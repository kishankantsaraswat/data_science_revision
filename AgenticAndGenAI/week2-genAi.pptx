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  <p:sldId id="270" r:id="rId18"/>
    <p:sldId id="271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53"/>
    <p:restoredTop sz="86382"/>
  </p:normalViewPr>
  <p:slideViewPr>
    <p:cSldViewPr snapToGrid="0">
      <p:cViewPr varScale="1">
        <p:scale>
          <a:sx n="98" d="100"/>
          <a:sy n="98" d="100"/>
        </p:scale>
        <p:origin x="904" y="488"/>
      </p:cViewPr>
      <p:guideLst/>
    </p:cSldViewPr>
  </p:slideViewPr>
  <p:outlineViewPr>
    <p:cViewPr>
      <p:scale>
        <a:sx n="33" d="100"/>
        <a:sy n="33" d="100"/>
      </p:scale>
      <p:origin x="0" y="-150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BE5AB-1118-48B3-8136-EDC246EA524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09215FA-D997-486E-BDEA-37DA3B5EC1CC}">
      <dgm:prSet/>
      <dgm:spPr/>
      <dgm:t>
        <a:bodyPr/>
        <a:lstStyle/>
        <a:p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Billions to trillions of parameters</a:t>
          </a:r>
        </a:p>
      </dgm:t>
    </dgm:pt>
    <dgm:pt modelId="{25EED966-855A-4A96-9CB5-AB02EB2C395A}" type="parTrans" cxnId="{315AE86B-763A-405A-B2D3-C6429B5FB264}">
      <dgm:prSet/>
      <dgm:spPr/>
      <dgm:t>
        <a:bodyPr/>
        <a:lstStyle/>
        <a:p>
          <a:endParaRPr lang="en-US"/>
        </a:p>
      </dgm:t>
    </dgm:pt>
    <dgm:pt modelId="{D40E4412-3894-4FF4-BB0B-7FFB2D35DD79}" type="sibTrans" cxnId="{315AE86B-763A-405A-B2D3-C6429B5FB26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D99A755-576E-4C85-BB25-C2A7E576A2EC}">
      <dgm:prSet/>
      <dgm:spPr/>
      <dgm:t>
        <a:bodyPr/>
        <a:lstStyle/>
        <a:p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Trained on diverse datasets (web, books, code)</a:t>
          </a:r>
        </a:p>
      </dgm:t>
    </dgm:pt>
    <dgm:pt modelId="{C9030263-E1D2-46B8-9CBE-756FEE57AF2E}" type="parTrans" cxnId="{42A89839-A338-434C-A79A-A7650445FECF}">
      <dgm:prSet/>
      <dgm:spPr/>
      <dgm:t>
        <a:bodyPr/>
        <a:lstStyle/>
        <a:p>
          <a:endParaRPr lang="en-US"/>
        </a:p>
      </dgm:t>
    </dgm:pt>
    <dgm:pt modelId="{56FCD68F-17B3-477C-B269-44403A81BDBF}" type="sibTrans" cxnId="{42A89839-A338-434C-A79A-A7650445FEC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92DE47E-DC56-425C-8F1F-6BD8CA1AA8A2}">
      <dgm:prSet/>
      <dgm:spPr/>
      <dgm:t>
        <a:bodyPr/>
        <a:lstStyle/>
        <a:p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Capable of zero-shot, few-shot, and instruction-tuned tasks</a:t>
          </a:r>
        </a:p>
      </dgm:t>
    </dgm:pt>
    <dgm:pt modelId="{8F9FA345-DF5F-4A7C-99E6-9973059668A4}" type="parTrans" cxnId="{54F32D22-19AD-43BB-AB26-602D4C6B79FC}">
      <dgm:prSet/>
      <dgm:spPr/>
      <dgm:t>
        <a:bodyPr/>
        <a:lstStyle/>
        <a:p>
          <a:endParaRPr lang="en-US"/>
        </a:p>
      </dgm:t>
    </dgm:pt>
    <dgm:pt modelId="{3A8229C8-7A3E-422B-B50F-88743C3950A9}" type="sibTrans" cxnId="{54F32D22-19AD-43BB-AB26-602D4C6B79F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15CD2B0-87F1-CA47-BCCE-AA53FBB35D37}" type="pres">
      <dgm:prSet presAssocID="{602BE5AB-1118-48B3-8136-EDC246EA5249}" presName="Name0" presStyleCnt="0">
        <dgm:presLayoutVars>
          <dgm:animLvl val="lvl"/>
          <dgm:resizeHandles val="exact"/>
        </dgm:presLayoutVars>
      </dgm:prSet>
      <dgm:spPr/>
    </dgm:pt>
    <dgm:pt modelId="{03DD680D-998D-F540-B6A8-C80666898E6E}" type="pres">
      <dgm:prSet presAssocID="{A09215FA-D997-486E-BDEA-37DA3B5EC1CC}" presName="compositeNode" presStyleCnt="0">
        <dgm:presLayoutVars>
          <dgm:bulletEnabled val="1"/>
        </dgm:presLayoutVars>
      </dgm:prSet>
      <dgm:spPr/>
    </dgm:pt>
    <dgm:pt modelId="{5B9F5344-5154-1D4C-B253-E1BC3A414770}" type="pres">
      <dgm:prSet presAssocID="{A09215FA-D997-486E-BDEA-37DA3B5EC1CC}" presName="bgRect" presStyleLbl="alignNode1" presStyleIdx="0" presStyleCnt="3"/>
      <dgm:spPr/>
    </dgm:pt>
    <dgm:pt modelId="{7FF640BB-8BD6-8949-8F0C-FBEE5B102EDD}" type="pres">
      <dgm:prSet presAssocID="{D40E4412-3894-4FF4-BB0B-7FFB2D35DD7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B9E4042-1885-4E4D-8C4D-A73254EC4D3E}" type="pres">
      <dgm:prSet presAssocID="{A09215FA-D997-486E-BDEA-37DA3B5EC1CC}" presName="nodeRect" presStyleLbl="alignNode1" presStyleIdx="0" presStyleCnt="3">
        <dgm:presLayoutVars>
          <dgm:bulletEnabled val="1"/>
        </dgm:presLayoutVars>
      </dgm:prSet>
      <dgm:spPr/>
    </dgm:pt>
    <dgm:pt modelId="{81795B9E-25DA-F74D-98E5-2B3FCBDF6212}" type="pres">
      <dgm:prSet presAssocID="{D40E4412-3894-4FF4-BB0B-7FFB2D35DD79}" presName="sibTrans" presStyleCnt="0"/>
      <dgm:spPr/>
    </dgm:pt>
    <dgm:pt modelId="{51610C30-6C7E-F94D-8155-31B4AE813BC6}" type="pres">
      <dgm:prSet presAssocID="{1D99A755-576E-4C85-BB25-C2A7E576A2EC}" presName="compositeNode" presStyleCnt="0">
        <dgm:presLayoutVars>
          <dgm:bulletEnabled val="1"/>
        </dgm:presLayoutVars>
      </dgm:prSet>
      <dgm:spPr/>
    </dgm:pt>
    <dgm:pt modelId="{7F55EBE0-952C-274D-A9C8-4B5A866A8C87}" type="pres">
      <dgm:prSet presAssocID="{1D99A755-576E-4C85-BB25-C2A7E576A2EC}" presName="bgRect" presStyleLbl="alignNode1" presStyleIdx="1" presStyleCnt="3"/>
      <dgm:spPr/>
    </dgm:pt>
    <dgm:pt modelId="{3D61E518-C89B-1744-A856-11B083362C35}" type="pres">
      <dgm:prSet presAssocID="{56FCD68F-17B3-477C-B269-44403A81BDB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088CEAA8-72E7-C34A-A55B-5D91DDD16C25}" type="pres">
      <dgm:prSet presAssocID="{1D99A755-576E-4C85-BB25-C2A7E576A2EC}" presName="nodeRect" presStyleLbl="alignNode1" presStyleIdx="1" presStyleCnt="3">
        <dgm:presLayoutVars>
          <dgm:bulletEnabled val="1"/>
        </dgm:presLayoutVars>
      </dgm:prSet>
      <dgm:spPr/>
    </dgm:pt>
    <dgm:pt modelId="{1068C284-5FB1-494C-9009-4EAE378323D2}" type="pres">
      <dgm:prSet presAssocID="{56FCD68F-17B3-477C-B269-44403A81BDBF}" presName="sibTrans" presStyleCnt="0"/>
      <dgm:spPr/>
    </dgm:pt>
    <dgm:pt modelId="{01887543-986D-984C-B7A6-27EB812B4DB4}" type="pres">
      <dgm:prSet presAssocID="{E92DE47E-DC56-425C-8F1F-6BD8CA1AA8A2}" presName="compositeNode" presStyleCnt="0">
        <dgm:presLayoutVars>
          <dgm:bulletEnabled val="1"/>
        </dgm:presLayoutVars>
      </dgm:prSet>
      <dgm:spPr/>
    </dgm:pt>
    <dgm:pt modelId="{C92C1F61-0F1A-8D40-84EE-6C4B6FEACF07}" type="pres">
      <dgm:prSet presAssocID="{E92DE47E-DC56-425C-8F1F-6BD8CA1AA8A2}" presName="bgRect" presStyleLbl="alignNode1" presStyleIdx="2" presStyleCnt="3"/>
      <dgm:spPr/>
    </dgm:pt>
    <dgm:pt modelId="{53F97766-9FEA-D445-BE18-34FE103AEEBE}" type="pres">
      <dgm:prSet presAssocID="{3A8229C8-7A3E-422B-B50F-88743C3950A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1B18B32-94BE-954D-8621-845F1D70AC00}" type="pres">
      <dgm:prSet presAssocID="{E92DE47E-DC56-425C-8F1F-6BD8CA1AA8A2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7ECA1A-1E23-BA4B-B0D8-B97DF9B730FE}" type="presOf" srcId="{A09215FA-D997-486E-BDEA-37DA3B5EC1CC}" destId="{5B9F5344-5154-1D4C-B253-E1BC3A414770}" srcOrd="0" destOrd="0" presId="urn:microsoft.com/office/officeart/2016/7/layout/LinearBlockProcessNumbered"/>
    <dgm:cxn modelId="{54F32D22-19AD-43BB-AB26-602D4C6B79FC}" srcId="{602BE5AB-1118-48B3-8136-EDC246EA5249}" destId="{E92DE47E-DC56-425C-8F1F-6BD8CA1AA8A2}" srcOrd="2" destOrd="0" parTransId="{8F9FA345-DF5F-4A7C-99E6-9973059668A4}" sibTransId="{3A8229C8-7A3E-422B-B50F-88743C3950A9}"/>
    <dgm:cxn modelId="{42A89839-A338-434C-A79A-A7650445FECF}" srcId="{602BE5AB-1118-48B3-8136-EDC246EA5249}" destId="{1D99A755-576E-4C85-BB25-C2A7E576A2EC}" srcOrd="1" destOrd="0" parTransId="{C9030263-E1D2-46B8-9CBE-756FEE57AF2E}" sibTransId="{56FCD68F-17B3-477C-B269-44403A81BDBF}"/>
    <dgm:cxn modelId="{C12BAC44-E137-0D45-8721-ED0585674148}" type="presOf" srcId="{D40E4412-3894-4FF4-BB0B-7FFB2D35DD79}" destId="{7FF640BB-8BD6-8949-8F0C-FBEE5B102EDD}" srcOrd="0" destOrd="0" presId="urn:microsoft.com/office/officeart/2016/7/layout/LinearBlockProcessNumbered"/>
    <dgm:cxn modelId="{EA7F6A4F-7F9C-754D-834A-6B23E93505C6}" type="presOf" srcId="{1D99A755-576E-4C85-BB25-C2A7E576A2EC}" destId="{088CEAA8-72E7-C34A-A55B-5D91DDD16C25}" srcOrd="1" destOrd="0" presId="urn:microsoft.com/office/officeart/2016/7/layout/LinearBlockProcessNumbered"/>
    <dgm:cxn modelId="{315AE86B-763A-405A-B2D3-C6429B5FB264}" srcId="{602BE5AB-1118-48B3-8136-EDC246EA5249}" destId="{A09215FA-D997-486E-BDEA-37DA3B5EC1CC}" srcOrd="0" destOrd="0" parTransId="{25EED966-855A-4A96-9CB5-AB02EB2C395A}" sibTransId="{D40E4412-3894-4FF4-BB0B-7FFB2D35DD79}"/>
    <dgm:cxn modelId="{5B8E0A70-773A-0D44-8449-F223AA4C103C}" type="presOf" srcId="{602BE5AB-1118-48B3-8136-EDC246EA5249}" destId="{015CD2B0-87F1-CA47-BCCE-AA53FBB35D37}" srcOrd="0" destOrd="0" presId="urn:microsoft.com/office/officeart/2016/7/layout/LinearBlockProcessNumbered"/>
    <dgm:cxn modelId="{C971A583-3DF7-D244-BAEE-9E970BC7762C}" type="presOf" srcId="{E92DE47E-DC56-425C-8F1F-6BD8CA1AA8A2}" destId="{B1B18B32-94BE-954D-8621-845F1D70AC00}" srcOrd="1" destOrd="0" presId="urn:microsoft.com/office/officeart/2016/7/layout/LinearBlockProcessNumbered"/>
    <dgm:cxn modelId="{02526698-5AFA-F24C-A08A-7C83D7215710}" type="presOf" srcId="{56FCD68F-17B3-477C-B269-44403A81BDBF}" destId="{3D61E518-C89B-1744-A856-11B083362C35}" srcOrd="0" destOrd="0" presId="urn:microsoft.com/office/officeart/2016/7/layout/LinearBlockProcessNumbered"/>
    <dgm:cxn modelId="{0EF490BB-B488-6A45-954E-C3B4E734DD89}" type="presOf" srcId="{1D99A755-576E-4C85-BB25-C2A7E576A2EC}" destId="{7F55EBE0-952C-274D-A9C8-4B5A866A8C87}" srcOrd="0" destOrd="0" presId="urn:microsoft.com/office/officeart/2016/7/layout/LinearBlockProcessNumbered"/>
    <dgm:cxn modelId="{3BA3F8CD-3D32-1C44-A966-875309E8FC84}" type="presOf" srcId="{A09215FA-D997-486E-BDEA-37DA3B5EC1CC}" destId="{FB9E4042-1885-4E4D-8C4D-A73254EC4D3E}" srcOrd="1" destOrd="0" presId="urn:microsoft.com/office/officeart/2016/7/layout/LinearBlockProcessNumbered"/>
    <dgm:cxn modelId="{AD9B7BD5-97C4-4949-941F-2AEA282B4FD7}" type="presOf" srcId="{E92DE47E-DC56-425C-8F1F-6BD8CA1AA8A2}" destId="{C92C1F61-0F1A-8D40-84EE-6C4B6FEACF07}" srcOrd="0" destOrd="0" presId="urn:microsoft.com/office/officeart/2016/7/layout/LinearBlockProcessNumbered"/>
    <dgm:cxn modelId="{84DADFF0-3D45-124D-9207-9778F24F05D9}" type="presOf" srcId="{3A8229C8-7A3E-422B-B50F-88743C3950A9}" destId="{53F97766-9FEA-D445-BE18-34FE103AEEBE}" srcOrd="0" destOrd="0" presId="urn:microsoft.com/office/officeart/2016/7/layout/LinearBlockProcessNumbered"/>
    <dgm:cxn modelId="{BB0D0708-BC0E-9C4A-BCED-DD78A30E3034}" type="presParOf" srcId="{015CD2B0-87F1-CA47-BCCE-AA53FBB35D37}" destId="{03DD680D-998D-F540-B6A8-C80666898E6E}" srcOrd="0" destOrd="0" presId="urn:microsoft.com/office/officeart/2016/7/layout/LinearBlockProcessNumbered"/>
    <dgm:cxn modelId="{BED58A9A-4E68-7041-9569-53F0541D3DC7}" type="presParOf" srcId="{03DD680D-998D-F540-B6A8-C80666898E6E}" destId="{5B9F5344-5154-1D4C-B253-E1BC3A414770}" srcOrd="0" destOrd="0" presId="urn:microsoft.com/office/officeart/2016/7/layout/LinearBlockProcessNumbered"/>
    <dgm:cxn modelId="{049E6EA2-4113-6F4D-8139-1CADB482D4BF}" type="presParOf" srcId="{03DD680D-998D-F540-B6A8-C80666898E6E}" destId="{7FF640BB-8BD6-8949-8F0C-FBEE5B102EDD}" srcOrd="1" destOrd="0" presId="urn:microsoft.com/office/officeart/2016/7/layout/LinearBlockProcessNumbered"/>
    <dgm:cxn modelId="{D45AF336-9308-1947-B10D-55B1381CDF06}" type="presParOf" srcId="{03DD680D-998D-F540-B6A8-C80666898E6E}" destId="{FB9E4042-1885-4E4D-8C4D-A73254EC4D3E}" srcOrd="2" destOrd="0" presId="urn:microsoft.com/office/officeart/2016/7/layout/LinearBlockProcessNumbered"/>
    <dgm:cxn modelId="{5A0CA5E0-E0AF-D344-80C3-1DC114EDA1D6}" type="presParOf" srcId="{015CD2B0-87F1-CA47-BCCE-AA53FBB35D37}" destId="{81795B9E-25DA-F74D-98E5-2B3FCBDF6212}" srcOrd="1" destOrd="0" presId="urn:microsoft.com/office/officeart/2016/7/layout/LinearBlockProcessNumbered"/>
    <dgm:cxn modelId="{F1B47650-C1E1-1749-86CE-45AC358210AA}" type="presParOf" srcId="{015CD2B0-87F1-CA47-BCCE-AA53FBB35D37}" destId="{51610C30-6C7E-F94D-8155-31B4AE813BC6}" srcOrd="2" destOrd="0" presId="urn:microsoft.com/office/officeart/2016/7/layout/LinearBlockProcessNumbered"/>
    <dgm:cxn modelId="{560D4372-6214-A043-A5FC-049152863E0F}" type="presParOf" srcId="{51610C30-6C7E-F94D-8155-31B4AE813BC6}" destId="{7F55EBE0-952C-274D-A9C8-4B5A866A8C87}" srcOrd="0" destOrd="0" presId="urn:microsoft.com/office/officeart/2016/7/layout/LinearBlockProcessNumbered"/>
    <dgm:cxn modelId="{E06B4FB9-F122-0142-A174-86CEEE5BAE05}" type="presParOf" srcId="{51610C30-6C7E-F94D-8155-31B4AE813BC6}" destId="{3D61E518-C89B-1744-A856-11B083362C35}" srcOrd="1" destOrd="0" presId="urn:microsoft.com/office/officeart/2016/7/layout/LinearBlockProcessNumbered"/>
    <dgm:cxn modelId="{39771D3D-AB0E-0140-AD11-940222D095E6}" type="presParOf" srcId="{51610C30-6C7E-F94D-8155-31B4AE813BC6}" destId="{088CEAA8-72E7-C34A-A55B-5D91DDD16C25}" srcOrd="2" destOrd="0" presId="urn:microsoft.com/office/officeart/2016/7/layout/LinearBlockProcessNumbered"/>
    <dgm:cxn modelId="{340ACB1A-CD32-3C4D-8520-13F2C1C34CC7}" type="presParOf" srcId="{015CD2B0-87F1-CA47-BCCE-AA53FBB35D37}" destId="{1068C284-5FB1-494C-9009-4EAE378323D2}" srcOrd="3" destOrd="0" presId="urn:microsoft.com/office/officeart/2016/7/layout/LinearBlockProcessNumbered"/>
    <dgm:cxn modelId="{CD4821C6-C333-A940-A7D5-F100413EFDBB}" type="presParOf" srcId="{015CD2B0-87F1-CA47-BCCE-AA53FBB35D37}" destId="{01887543-986D-984C-B7A6-27EB812B4DB4}" srcOrd="4" destOrd="0" presId="urn:microsoft.com/office/officeart/2016/7/layout/LinearBlockProcessNumbered"/>
    <dgm:cxn modelId="{16C11335-E6F1-9E4A-8CA9-665EBCF348DF}" type="presParOf" srcId="{01887543-986D-984C-B7A6-27EB812B4DB4}" destId="{C92C1F61-0F1A-8D40-84EE-6C4B6FEACF07}" srcOrd="0" destOrd="0" presId="urn:microsoft.com/office/officeart/2016/7/layout/LinearBlockProcessNumbered"/>
    <dgm:cxn modelId="{3342F992-9A57-9541-A12B-14E9E8FEF3C9}" type="presParOf" srcId="{01887543-986D-984C-B7A6-27EB812B4DB4}" destId="{53F97766-9FEA-D445-BE18-34FE103AEEBE}" srcOrd="1" destOrd="0" presId="urn:microsoft.com/office/officeart/2016/7/layout/LinearBlockProcessNumbered"/>
    <dgm:cxn modelId="{E81FAFC9-F36C-2445-A14D-825AC28DF479}" type="presParOf" srcId="{01887543-986D-984C-B7A6-27EB812B4DB4}" destId="{B1B18B32-94BE-954D-8621-845F1D70AC0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AEF822-FF6C-4CB6-8DD2-55020AD014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13588A3-4FFC-4DDB-A5D0-8523EB9D5063}">
      <dgm:prSet/>
      <dgm:spPr/>
      <dgm:t>
        <a:bodyPr/>
        <a:lstStyle/>
        <a:p>
          <a:pPr>
            <a:defRPr cap="all"/>
          </a:pPr>
          <a:r>
            <a:rPr lang="en-US"/>
            <a:t>Chatbots and assistants</a:t>
          </a:r>
        </a:p>
      </dgm:t>
    </dgm:pt>
    <dgm:pt modelId="{F691EAB8-E5A2-4488-BBDC-B4EC8623B5F3}" type="parTrans" cxnId="{9285CE1A-9F09-4C7E-8D07-6BF27DF8247F}">
      <dgm:prSet/>
      <dgm:spPr/>
      <dgm:t>
        <a:bodyPr/>
        <a:lstStyle/>
        <a:p>
          <a:endParaRPr lang="en-US"/>
        </a:p>
      </dgm:t>
    </dgm:pt>
    <dgm:pt modelId="{335C49B5-F7FD-4B8A-9522-8A195BFE42AA}" type="sibTrans" cxnId="{9285CE1A-9F09-4C7E-8D07-6BF27DF8247F}">
      <dgm:prSet/>
      <dgm:spPr/>
      <dgm:t>
        <a:bodyPr/>
        <a:lstStyle/>
        <a:p>
          <a:endParaRPr lang="en-US"/>
        </a:p>
      </dgm:t>
    </dgm:pt>
    <dgm:pt modelId="{C1075841-E6C1-401D-B732-123040FD516F}">
      <dgm:prSet/>
      <dgm:spPr/>
      <dgm:t>
        <a:bodyPr/>
        <a:lstStyle/>
        <a:p>
          <a:pPr>
            <a:defRPr cap="all"/>
          </a:pPr>
          <a:r>
            <a:rPr lang="en-US"/>
            <a:t>Summarization and translation</a:t>
          </a:r>
        </a:p>
      </dgm:t>
    </dgm:pt>
    <dgm:pt modelId="{D62342F8-DAAF-439B-A67D-2E0BC7BE7398}" type="parTrans" cxnId="{7A03187F-492C-4A2E-9540-22EC0FED7528}">
      <dgm:prSet/>
      <dgm:spPr/>
      <dgm:t>
        <a:bodyPr/>
        <a:lstStyle/>
        <a:p>
          <a:endParaRPr lang="en-US"/>
        </a:p>
      </dgm:t>
    </dgm:pt>
    <dgm:pt modelId="{A6646E1B-A703-4B8F-A877-C1E76AB5B6DF}" type="sibTrans" cxnId="{7A03187F-492C-4A2E-9540-22EC0FED7528}">
      <dgm:prSet/>
      <dgm:spPr/>
      <dgm:t>
        <a:bodyPr/>
        <a:lstStyle/>
        <a:p>
          <a:endParaRPr lang="en-US"/>
        </a:p>
      </dgm:t>
    </dgm:pt>
    <dgm:pt modelId="{37C047CF-7686-4B61-B1D7-0AC156F8492D}">
      <dgm:prSet/>
      <dgm:spPr/>
      <dgm:t>
        <a:bodyPr/>
        <a:lstStyle/>
        <a:p>
          <a:pPr>
            <a:defRPr cap="all"/>
          </a:pPr>
          <a:r>
            <a:rPr lang="en-US"/>
            <a:t>Code generation and debugging</a:t>
          </a:r>
        </a:p>
      </dgm:t>
    </dgm:pt>
    <dgm:pt modelId="{0F543FB1-F28C-4C7E-976E-BDE4F95769CF}" type="parTrans" cxnId="{4960F8AD-A093-40F9-9659-9597804C841C}">
      <dgm:prSet/>
      <dgm:spPr/>
      <dgm:t>
        <a:bodyPr/>
        <a:lstStyle/>
        <a:p>
          <a:endParaRPr lang="en-US"/>
        </a:p>
      </dgm:t>
    </dgm:pt>
    <dgm:pt modelId="{361C629D-27FA-4895-947A-C317B3F658A1}" type="sibTrans" cxnId="{4960F8AD-A093-40F9-9659-9597804C841C}">
      <dgm:prSet/>
      <dgm:spPr/>
      <dgm:t>
        <a:bodyPr/>
        <a:lstStyle/>
        <a:p>
          <a:endParaRPr lang="en-US"/>
        </a:p>
      </dgm:t>
    </dgm:pt>
    <dgm:pt modelId="{158DABAF-ED6D-44C8-BED2-242844265B03}">
      <dgm:prSet/>
      <dgm:spPr/>
      <dgm:t>
        <a:bodyPr/>
        <a:lstStyle/>
        <a:p>
          <a:pPr>
            <a:defRPr cap="all"/>
          </a:pPr>
          <a:r>
            <a:rPr lang="en-US"/>
            <a:t>Sentiment analysis</a:t>
          </a:r>
        </a:p>
      </dgm:t>
    </dgm:pt>
    <dgm:pt modelId="{8469EE01-35ED-4BF9-8D00-341503D62784}" type="parTrans" cxnId="{21689296-FE01-4B2D-B7F0-FC33F14E9C31}">
      <dgm:prSet/>
      <dgm:spPr/>
      <dgm:t>
        <a:bodyPr/>
        <a:lstStyle/>
        <a:p>
          <a:endParaRPr lang="en-US"/>
        </a:p>
      </dgm:t>
    </dgm:pt>
    <dgm:pt modelId="{3CF10AC9-3B8E-45AB-8413-93E1F315ACA5}" type="sibTrans" cxnId="{21689296-FE01-4B2D-B7F0-FC33F14E9C31}">
      <dgm:prSet/>
      <dgm:spPr/>
      <dgm:t>
        <a:bodyPr/>
        <a:lstStyle/>
        <a:p>
          <a:endParaRPr lang="en-US"/>
        </a:p>
      </dgm:t>
    </dgm:pt>
    <dgm:pt modelId="{908175DF-5C59-4E72-9D83-EFD0555620A2}">
      <dgm:prSet/>
      <dgm:spPr/>
      <dgm:t>
        <a:bodyPr/>
        <a:lstStyle/>
        <a:p>
          <a:pPr>
            <a:defRPr cap="all"/>
          </a:pPr>
          <a:r>
            <a:rPr lang="en-US"/>
            <a:t>Legal and medical document analysis</a:t>
          </a:r>
        </a:p>
      </dgm:t>
    </dgm:pt>
    <dgm:pt modelId="{74067930-2FFB-491C-BC55-638A163CB607}" type="parTrans" cxnId="{DD1F994A-28E6-4993-908C-F79C2D3A191A}">
      <dgm:prSet/>
      <dgm:spPr/>
      <dgm:t>
        <a:bodyPr/>
        <a:lstStyle/>
        <a:p>
          <a:endParaRPr lang="en-US"/>
        </a:p>
      </dgm:t>
    </dgm:pt>
    <dgm:pt modelId="{DF7ED83D-F8AD-4BA5-BA21-AFB30FC4AB58}" type="sibTrans" cxnId="{DD1F994A-28E6-4993-908C-F79C2D3A191A}">
      <dgm:prSet/>
      <dgm:spPr/>
      <dgm:t>
        <a:bodyPr/>
        <a:lstStyle/>
        <a:p>
          <a:endParaRPr lang="en-US"/>
        </a:p>
      </dgm:t>
    </dgm:pt>
    <dgm:pt modelId="{9F8D5568-A4B9-4C96-9B5B-FF40921C4432}" type="pres">
      <dgm:prSet presAssocID="{C3AEF822-FF6C-4CB6-8DD2-55020AD014CC}" presName="root" presStyleCnt="0">
        <dgm:presLayoutVars>
          <dgm:dir/>
          <dgm:resizeHandles val="exact"/>
        </dgm:presLayoutVars>
      </dgm:prSet>
      <dgm:spPr/>
    </dgm:pt>
    <dgm:pt modelId="{31397F80-BAA1-4B26-9599-387039B5E93D}" type="pres">
      <dgm:prSet presAssocID="{713588A3-4FFC-4DDB-A5D0-8523EB9D5063}" presName="compNode" presStyleCnt="0"/>
      <dgm:spPr/>
    </dgm:pt>
    <dgm:pt modelId="{040AA9D1-A1B9-49F8-90FA-14735B4AA365}" type="pres">
      <dgm:prSet presAssocID="{713588A3-4FFC-4DDB-A5D0-8523EB9D5063}" presName="iconBgRect" presStyleLbl="bgShp" presStyleIdx="0" presStyleCnt="5"/>
      <dgm:spPr/>
    </dgm:pt>
    <dgm:pt modelId="{7B5DC487-DF7F-41D6-BCA5-D90976456CCB}" type="pres">
      <dgm:prSet presAssocID="{713588A3-4FFC-4DDB-A5D0-8523EB9D506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B8BCF71E-4D09-41F2-A0F3-081F9496FF76}" type="pres">
      <dgm:prSet presAssocID="{713588A3-4FFC-4DDB-A5D0-8523EB9D5063}" presName="spaceRect" presStyleCnt="0"/>
      <dgm:spPr/>
    </dgm:pt>
    <dgm:pt modelId="{BB29FC92-242D-455C-9DEA-EE4292CF3748}" type="pres">
      <dgm:prSet presAssocID="{713588A3-4FFC-4DDB-A5D0-8523EB9D5063}" presName="textRect" presStyleLbl="revTx" presStyleIdx="0" presStyleCnt="5">
        <dgm:presLayoutVars>
          <dgm:chMax val="1"/>
          <dgm:chPref val="1"/>
        </dgm:presLayoutVars>
      </dgm:prSet>
      <dgm:spPr/>
    </dgm:pt>
    <dgm:pt modelId="{A3D6DA14-37AC-4B83-B073-D2DC92D68427}" type="pres">
      <dgm:prSet presAssocID="{335C49B5-F7FD-4B8A-9522-8A195BFE42AA}" presName="sibTrans" presStyleCnt="0"/>
      <dgm:spPr/>
    </dgm:pt>
    <dgm:pt modelId="{7181E3FF-19E9-49E0-9D8E-E5C560CD1D6D}" type="pres">
      <dgm:prSet presAssocID="{C1075841-E6C1-401D-B732-123040FD516F}" presName="compNode" presStyleCnt="0"/>
      <dgm:spPr/>
    </dgm:pt>
    <dgm:pt modelId="{43D2BD49-B7C0-4C2D-BE14-B37A40BBC332}" type="pres">
      <dgm:prSet presAssocID="{C1075841-E6C1-401D-B732-123040FD516F}" presName="iconBgRect" presStyleLbl="bgShp" presStyleIdx="1" presStyleCnt="5"/>
      <dgm:spPr/>
    </dgm:pt>
    <dgm:pt modelId="{26406DA0-9721-447E-B92C-613C6E0D8FF9}" type="pres">
      <dgm:prSet presAssocID="{C1075841-E6C1-401D-B732-123040FD516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59A3F54-659A-4CAB-BDF2-DFE74D5416A4}" type="pres">
      <dgm:prSet presAssocID="{C1075841-E6C1-401D-B732-123040FD516F}" presName="spaceRect" presStyleCnt="0"/>
      <dgm:spPr/>
    </dgm:pt>
    <dgm:pt modelId="{933FBAF5-0AC2-4F41-837A-A223153D7BF4}" type="pres">
      <dgm:prSet presAssocID="{C1075841-E6C1-401D-B732-123040FD516F}" presName="textRect" presStyleLbl="revTx" presStyleIdx="1" presStyleCnt="5">
        <dgm:presLayoutVars>
          <dgm:chMax val="1"/>
          <dgm:chPref val="1"/>
        </dgm:presLayoutVars>
      </dgm:prSet>
      <dgm:spPr/>
    </dgm:pt>
    <dgm:pt modelId="{49A53364-2C27-4D52-B401-BAD4D36C32E4}" type="pres">
      <dgm:prSet presAssocID="{A6646E1B-A703-4B8F-A877-C1E76AB5B6DF}" presName="sibTrans" presStyleCnt="0"/>
      <dgm:spPr/>
    </dgm:pt>
    <dgm:pt modelId="{B885E80E-DAB7-4C77-8D9E-9A2857DF9F1E}" type="pres">
      <dgm:prSet presAssocID="{37C047CF-7686-4B61-B1D7-0AC156F8492D}" presName="compNode" presStyleCnt="0"/>
      <dgm:spPr/>
    </dgm:pt>
    <dgm:pt modelId="{E648AA75-3DED-4414-BAD1-5FAE4C8ABBF3}" type="pres">
      <dgm:prSet presAssocID="{37C047CF-7686-4B61-B1D7-0AC156F8492D}" presName="iconBgRect" presStyleLbl="bgShp" presStyleIdx="2" presStyleCnt="5"/>
      <dgm:spPr/>
    </dgm:pt>
    <dgm:pt modelId="{05406FCC-B2EF-4E1C-906D-9BEEAB0D5CF2}" type="pres">
      <dgm:prSet presAssocID="{37C047CF-7686-4B61-B1D7-0AC156F849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BA2AFAD-3E96-458D-A66C-0722FADCB5CB}" type="pres">
      <dgm:prSet presAssocID="{37C047CF-7686-4B61-B1D7-0AC156F8492D}" presName="spaceRect" presStyleCnt="0"/>
      <dgm:spPr/>
    </dgm:pt>
    <dgm:pt modelId="{A482191C-857E-4A98-8CE8-A8B916388648}" type="pres">
      <dgm:prSet presAssocID="{37C047CF-7686-4B61-B1D7-0AC156F8492D}" presName="textRect" presStyleLbl="revTx" presStyleIdx="2" presStyleCnt="5">
        <dgm:presLayoutVars>
          <dgm:chMax val="1"/>
          <dgm:chPref val="1"/>
        </dgm:presLayoutVars>
      </dgm:prSet>
      <dgm:spPr/>
    </dgm:pt>
    <dgm:pt modelId="{F838A73E-69E8-40A3-9D44-7A13DD39C8C3}" type="pres">
      <dgm:prSet presAssocID="{361C629D-27FA-4895-947A-C317B3F658A1}" presName="sibTrans" presStyleCnt="0"/>
      <dgm:spPr/>
    </dgm:pt>
    <dgm:pt modelId="{6CE7EDD4-9504-462B-B069-541DB04EDC79}" type="pres">
      <dgm:prSet presAssocID="{158DABAF-ED6D-44C8-BED2-242844265B03}" presName="compNode" presStyleCnt="0"/>
      <dgm:spPr/>
    </dgm:pt>
    <dgm:pt modelId="{C2DCEA87-0A52-480E-9B22-1037D61064DB}" type="pres">
      <dgm:prSet presAssocID="{158DABAF-ED6D-44C8-BED2-242844265B03}" presName="iconBgRect" presStyleLbl="bgShp" presStyleIdx="3" presStyleCnt="5"/>
      <dgm:spPr/>
    </dgm:pt>
    <dgm:pt modelId="{0F8125A8-E262-4911-BF8B-B896EBE646F4}" type="pres">
      <dgm:prSet presAssocID="{158DABAF-ED6D-44C8-BED2-242844265B0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7D4B178E-8007-4C9A-9DBD-45AB40236740}" type="pres">
      <dgm:prSet presAssocID="{158DABAF-ED6D-44C8-BED2-242844265B03}" presName="spaceRect" presStyleCnt="0"/>
      <dgm:spPr/>
    </dgm:pt>
    <dgm:pt modelId="{EBE44223-C0E2-4374-B206-3F91DDDE1F39}" type="pres">
      <dgm:prSet presAssocID="{158DABAF-ED6D-44C8-BED2-242844265B03}" presName="textRect" presStyleLbl="revTx" presStyleIdx="3" presStyleCnt="5">
        <dgm:presLayoutVars>
          <dgm:chMax val="1"/>
          <dgm:chPref val="1"/>
        </dgm:presLayoutVars>
      </dgm:prSet>
      <dgm:spPr/>
    </dgm:pt>
    <dgm:pt modelId="{B0072A4F-3E4C-4B81-8C00-36B6121BF320}" type="pres">
      <dgm:prSet presAssocID="{3CF10AC9-3B8E-45AB-8413-93E1F315ACA5}" presName="sibTrans" presStyleCnt="0"/>
      <dgm:spPr/>
    </dgm:pt>
    <dgm:pt modelId="{CA18CD60-58A1-41F4-AC25-76033B1E62B9}" type="pres">
      <dgm:prSet presAssocID="{908175DF-5C59-4E72-9D83-EFD0555620A2}" presName="compNode" presStyleCnt="0"/>
      <dgm:spPr/>
    </dgm:pt>
    <dgm:pt modelId="{E27F4A47-0E90-4D8B-9706-B5D5662C648F}" type="pres">
      <dgm:prSet presAssocID="{908175DF-5C59-4E72-9D83-EFD0555620A2}" presName="iconBgRect" presStyleLbl="bgShp" presStyleIdx="4" presStyleCnt="5"/>
      <dgm:spPr/>
    </dgm:pt>
    <dgm:pt modelId="{B07A49D1-0F8D-4B7B-B3F9-5D77DBF2FA74}" type="pres">
      <dgm:prSet presAssocID="{908175DF-5C59-4E72-9D83-EFD0555620A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330C6F7-ED15-430E-A192-D62776F10114}" type="pres">
      <dgm:prSet presAssocID="{908175DF-5C59-4E72-9D83-EFD0555620A2}" presName="spaceRect" presStyleCnt="0"/>
      <dgm:spPr/>
    </dgm:pt>
    <dgm:pt modelId="{9AEB2F02-93BB-48C9-8AB9-9538473F88D8}" type="pres">
      <dgm:prSet presAssocID="{908175DF-5C59-4E72-9D83-EFD0555620A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285CE1A-9F09-4C7E-8D07-6BF27DF8247F}" srcId="{C3AEF822-FF6C-4CB6-8DD2-55020AD014CC}" destId="{713588A3-4FFC-4DDB-A5D0-8523EB9D5063}" srcOrd="0" destOrd="0" parTransId="{F691EAB8-E5A2-4488-BBDC-B4EC8623B5F3}" sibTransId="{335C49B5-F7FD-4B8A-9522-8A195BFE42AA}"/>
    <dgm:cxn modelId="{23C67A2D-CDE7-4238-AF2D-48CB4D231874}" type="presOf" srcId="{713588A3-4FFC-4DDB-A5D0-8523EB9D5063}" destId="{BB29FC92-242D-455C-9DEA-EE4292CF3748}" srcOrd="0" destOrd="0" presId="urn:microsoft.com/office/officeart/2018/5/layout/IconCircleLabelList"/>
    <dgm:cxn modelId="{27FC9235-62FB-4873-849D-DD5501048973}" type="presOf" srcId="{C1075841-E6C1-401D-B732-123040FD516F}" destId="{933FBAF5-0AC2-4F41-837A-A223153D7BF4}" srcOrd="0" destOrd="0" presId="urn:microsoft.com/office/officeart/2018/5/layout/IconCircleLabelList"/>
    <dgm:cxn modelId="{39A27140-8756-4F43-8BC8-4CEFC04F9707}" type="presOf" srcId="{158DABAF-ED6D-44C8-BED2-242844265B03}" destId="{EBE44223-C0E2-4374-B206-3F91DDDE1F39}" srcOrd="0" destOrd="0" presId="urn:microsoft.com/office/officeart/2018/5/layout/IconCircleLabelList"/>
    <dgm:cxn modelId="{47D99C48-4425-4872-8231-22BF6CF76855}" type="presOf" srcId="{C3AEF822-FF6C-4CB6-8DD2-55020AD014CC}" destId="{9F8D5568-A4B9-4C96-9B5B-FF40921C4432}" srcOrd="0" destOrd="0" presId="urn:microsoft.com/office/officeart/2018/5/layout/IconCircleLabelList"/>
    <dgm:cxn modelId="{DD1F994A-28E6-4993-908C-F79C2D3A191A}" srcId="{C3AEF822-FF6C-4CB6-8DD2-55020AD014CC}" destId="{908175DF-5C59-4E72-9D83-EFD0555620A2}" srcOrd="4" destOrd="0" parTransId="{74067930-2FFB-491C-BC55-638A163CB607}" sibTransId="{DF7ED83D-F8AD-4BA5-BA21-AFB30FC4AB58}"/>
    <dgm:cxn modelId="{7A03187F-492C-4A2E-9540-22EC0FED7528}" srcId="{C3AEF822-FF6C-4CB6-8DD2-55020AD014CC}" destId="{C1075841-E6C1-401D-B732-123040FD516F}" srcOrd="1" destOrd="0" parTransId="{D62342F8-DAAF-439B-A67D-2E0BC7BE7398}" sibTransId="{A6646E1B-A703-4B8F-A877-C1E76AB5B6DF}"/>
    <dgm:cxn modelId="{4ED8AD8B-C2E9-48FC-968C-417B9D2F17C2}" type="presOf" srcId="{908175DF-5C59-4E72-9D83-EFD0555620A2}" destId="{9AEB2F02-93BB-48C9-8AB9-9538473F88D8}" srcOrd="0" destOrd="0" presId="urn:microsoft.com/office/officeart/2018/5/layout/IconCircleLabelList"/>
    <dgm:cxn modelId="{21689296-FE01-4B2D-B7F0-FC33F14E9C31}" srcId="{C3AEF822-FF6C-4CB6-8DD2-55020AD014CC}" destId="{158DABAF-ED6D-44C8-BED2-242844265B03}" srcOrd="3" destOrd="0" parTransId="{8469EE01-35ED-4BF9-8D00-341503D62784}" sibTransId="{3CF10AC9-3B8E-45AB-8413-93E1F315ACA5}"/>
    <dgm:cxn modelId="{4960F8AD-A093-40F9-9659-9597804C841C}" srcId="{C3AEF822-FF6C-4CB6-8DD2-55020AD014CC}" destId="{37C047CF-7686-4B61-B1D7-0AC156F8492D}" srcOrd="2" destOrd="0" parTransId="{0F543FB1-F28C-4C7E-976E-BDE4F95769CF}" sibTransId="{361C629D-27FA-4895-947A-C317B3F658A1}"/>
    <dgm:cxn modelId="{86798BF0-A234-43CB-9586-A5BD3E8A9A5C}" type="presOf" srcId="{37C047CF-7686-4B61-B1D7-0AC156F8492D}" destId="{A482191C-857E-4A98-8CE8-A8B916388648}" srcOrd="0" destOrd="0" presId="urn:microsoft.com/office/officeart/2018/5/layout/IconCircleLabelList"/>
    <dgm:cxn modelId="{4552D30C-D3A8-49C4-81A7-C7D75C2458D9}" type="presParOf" srcId="{9F8D5568-A4B9-4C96-9B5B-FF40921C4432}" destId="{31397F80-BAA1-4B26-9599-387039B5E93D}" srcOrd="0" destOrd="0" presId="urn:microsoft.com/office/officeart/2018/5/layout/IconCircleLabelList"/>
    <dgm:cxn modelId="{6A3DB493-64BE-466E-8CB9-BE10B0AC8AD9}" type="presParOf" srcId="{31397F80-BAA1-4B26-9599-387039B5E93D}" destId="{040AA9D1-A1B9-49F8-90FA-14735B4AA365}" srcOrd="0" destOrd="0" presId="urn:microsoft.com/office/officeart/2018/5/layout/IconCircleLabelList"/>
    <dgm:cxn modelId="{B6CCCBC2-7B91-478E-98FE-4A726299F4ED}" type="presParOf" srcId="{31397F80-BAA1-4B26-9599-387039B5E93D}" destId="{7B5DC487-DF7F-41D6-BCA5-D90976456CCB}" srcOrd="1" destOrd="0" presId="urn:microsoft.com/office/officeart/2018/5/layout/IconCircleLabelList"/>
    <dgm:cxn modelId="{67F8E688-7FDE-42C5-ACC1-07E942D7E3D7}" type="presParOf" srcId="{31397F80-BAA1-4B26-9599-387039B5E93D}" destId="{B8BCF71E-4D09-41F2-A0F3-081F9496FF76}" srcOrd="2" destOrd="0" presId="urn:microsoft.com/office/officeart/2018/5/layout/IconCircleLabelList"/>
    <dgm:cxn modelId="{57C5847B-2836-44E1-98AA-84C6DDA4B9AA}" type="presParOf" srcId="{31397F80-BAA1-4B26-9599-387039B5E93D}" destId="{BB29FC92-242D-455C-9DEA-EE4292CF3748}" srcOrd="3" destOrd="0" presId="urn:microsoft.com/office/officeart/2018/5/layout/IconCircleLabelList"/>
    <dgm:cxn modelId="{9D841C05-CF43-4638-A650-A2423EFB3FE7}" type="presParOf" srcId="{9F8D5568-A4B9-4C96-9B5B-FF40921C4432}" destId="{A3D6DA14-37AC-4B83-B073-D2DC92D68427}" srcOrd="1" destOrd="0" presId="urn:microsoft.com/office/officeart/2018/5/layout/IconCircleLabelList"/>
    <dgm:cxn modelId="{342F4854-13FF-445E-B714-190F4407AB2D}" type="presParOf" srcId="{9F8D5568-A4B9-4C96-9B5B-FF40921C4432}" destId="{7181E3FF-19E9-49E0-9D8E-E5C560CD1D6D}" srcOrd="2" destOrd="0" presId="urn:microsoft.com/office/officeart/2018/5/layout/IconCircleLabelList"/>
    <dgm:cxn modelId="{38CC3D12-EE19-4386-AF66-759C5AE1BF93}" type="presParOf" srcId="{7181E3FF-19E9-49E0-9D8E-E5C560CD1D6D}" destId="{43D2BD49-B7C0-4C2D-BE14-B37A40BBC332}" srcOrd="0" destOrd="0" presId="urn:microsoft.com/office/officeart/2018/5/layout/IconCircleLabelList"/>
    <dgm:cxn modelId="{9CA6D7D3-D94F-473E-B485-285676CA1BD8}" type="presParOf" srcId="{7181E3FF-19E9-49E0-9D8E-E5C560CD1D6D}" destId="{26406DA0-9721-447E-B92C-613C6E0D8FF9}" srcOrd="1" destOrd="0" presId="urn:microsoft.com/office/officeart/2018/5/layout/IconCircleLabelList"/>
    <dgm:cxn modelId="{4CD08E2E-DAFD-4B02-BE45-13890DCCB4CA}" type="presParOf" srcId="{7181E3FF-19E9-49E0-9D8E-E5C560CD1D6D}" destId="{259A3F54-659A-4CAB-BDF2-DFE74D5416A4}" srcOrd="2" destOrd="0" presId="urn:microsoft.com/office/officeart/2018/5/layout/IconCircleLabelList"/>
    <dgm:cxn modelId="{C297DB5B-4335-4667-BDCE-51287020E43C}" type="presParOf" srcId="{7181E3FF-19E9-49E0-9D8E-E5C560CD1D6D}" destId="{933FBAF5-0AC2-4F41-837A-A223153D7BF4}" srcOrd="3" destOrd="0" presId="urn:microsoft.com/office/officeart/2018/5/layout/IconCircleLabelList"/>
    <dgm:cxn modelId="{2F261745-BDE4-4B62-B4BD-51991EF6B87A}" type="presParOf" srcId="{9F8D5568-A4B9-4C96-9B5B-FF40921C4432}" destId="{49A53364-2C27-4D52-B401-BAD4D36C32E4}" srcOrd="3" destOrd="0" presId="urn:microsoft.com/office/officeart/2018/5/layout/IconCircleLabelList"/>
    <dgm:cxn modelId="{3FE2F38E-B06F-4D81-9DF5-726FB3799DC1}" type="presParOf" srcId="{9F8D5568-A4B9-4C96-9B5B-FF40921C4432}" destId="{B885E80E-DAB7-4C77-8D9E-9A2857DF9F1E}" srcOrd="4" destOrd="0" presId="urn:microsoft.com/office/officeart/2018/5/layout/IconCircleLabelList"/>
    <dgm:cxn modelId="{EB397618-5EC8-4FC0-B322-B0A9C6A34BEF}" type="presParOf" srcId="{B885E80E-DAB7-4C77-8D9E-9A2857DF9F1E}" destId="{E648AA75-3DED-4414-BAD1-5FAE4C8ABBF3}" srcOrd="0" destOrd="0" presId="urn:microsoft.com/office/officeart/2018/5/layout/IconCircleLabelList"/>
    <dgm:cxn modelId="{F4D9BD0A-0AA7-4710-8377-22546296EE9B}" type="presParOf" srcId="{B885E80E-DAB7-4C77-8D9E-9A2857DF9F1E}" destId="{05406FCC-B2EF-4E1C-906D-9BEEAB0D5CF2}" srcOrd="1" destOrd="0" presId="urn:microsoft.com/office/officeart/2018/5/layout/IconCircleLabelList"/>
    <dgm:cxn modelId="{4C453D81-85D1-4B9C-9758-6B36D724761E}" type="presParOf" srcId="{B885E80E-DAB7-4C77-8D9E-9A2857DF9F1E}" destId="{BBA2AFAD-3E96-458D-A66C-0722FADCB5CB}" srcOrd="2" destOrd="0" presId="urn:microsoft.com/office/officeart/2018/5/layout/IconCircleLabelList"/>
    <dgm:cxn modelId="{28796DDC-9833-45D8-9797-8F6863DA7F6B}" type="presParOf" srcId="{B885E80E-DAB7-4C77-8D9E-9A2857DF9F1E}" destId="{A482191C-857E-4A98-8CE8-A8B916388648}" srcOrd="3" destOrd="0" presId="urn:microsoft.com/office/officeart/2018/5/layout/IconCircleLabelList"/>
    <dgm:cxn modelId="{AD5EF9F4-94CF-4935-A180-028713690E6F}" type="presParOf" srcId="{9F8D5568-A4B9-4C96-9B5B-FF40921C4432}" destId="{F838A73E-69E8-40A3-9D44-7A13DD39C8C3}" srcOrd="5" destOrd="0" presId="urn:microsoft.com/office/officeart/2018/5/layout/IconCircleLabelList"/>
    <dgm:cxn modelId="{5EAD2013-7CC3-48CF-87A6-38CCAF931F80}" type="presParOf" srcId="{9F8D5568-A4B9-4C96-9B5B-FF40921C4432}" destId="{6CE7EDD4-9504-462B-B069-541DB04EDC79}" srcOrd="6" destOrd="0" presId="urn:microsoft.com/office/officeart/2018/5/layout/IconCircleLabelList"/>
    <dgm:cxn modelId="{82933804-E69D-420F-8B33-48F1A3ED9E53}" type="presParOf" srcId="{6CE7EDD4-9504-462B-B069-541DB04EDC79}" destId="{C2DCEA87-0A52-480E-9B22-1037D61064DB}" srcOrd="0" destOrd="0" presId="urn:microsoft.com/office/officeart/2018/5/layout/IconCircleLabelList"/>
    <dgm:cxn modelId="{2A0BB7FF-D11E-4369-9D84-AA997BDF8259}" type="presParOf" srcId="{6CE7EDD4-9504-462B-B069-541DB04EDC79}" destId="{0F8125A8-E262-4911-BF8B-B896EBE646F4}" srcOrd="1" destOrd="0" presId="urn:microsoft.com/office/officeart/2018/5/layout/IconCircleLabelList"/>
    <dgm:cxn modelId="{E1D1DD00-C873-47C7-B820-68A6F45EDF4A}" type="presParOf" srcId="{6CE7EDD4-9504-462B-B069-541DB04EDC79}" destId="{7D4B178E-8007-4C9A-9DBD-45AB40236740}" srcOrd="2" destOrd="0" presId="urn:microsoft.com/office/officeart/2018/5/layout/IconCircleLabelList"/>
    <dgm:cxn modelId="{1B15995F-257D-49CD-8A8B-E3CDF454DC22}" type="presParOf" srcId="{6CE7EDD4-9504-462B-B069-541DB04EDC79}" destId="{EBE44223-C0E2-4374-B206-3F91DDDE1F39}" srcOrd="3" destOrd="0" presId="urn:microsoft.com/office/officeart/2018/5/layout/IconCircleLabelList"/>
    <dgm:cxn modelId="{0D278646-9DFA-490C-886D-589CE41668F0}" type="presParOf" srcId="{9F8D5568-A4B9-4C96-9B5B-FF40921C4432}" destId="{B0072A4F-3E4C-4B81-8C00-36B6121BF320}" srcOrd="7" destOrd="0" presId="urn:microsoft.com/office/officeart/2018/5/layout/IconCircleLabelList"/>
    <dgm:cxn modelId="{BD1B5238-A034-4612-8385-F85446A71C1D}" type="presParOf" srcId="{9F8D5568-A4B9-4C96-9B5B-FF40921C4432}" destId="{CA18CD60-58A1-41F4-AC25-76033B1E62B9}" srcOrd="8" destOrd="0" presId="urn:microsoft.com/office/officeart/2018/5/layout/IconCircleLabelList"/>
    <dgm:cxn modelId="{5937901A-04CD-4382-B5C5-196FECADDB1E}" type="presParOf" srcId="{CA18CD60-58A1-41F4-AC25-76033B1E62B9}" destId="{E27F4A47-0E90-4D8B-9706-B5D5662C648F}" srcOrd="0" destOrd="0" presId="urn:microsoft.com/office/officeart/2018/5/layout/IconCircleLabelList"/>
    <dgm:cxn modelId="{FAF4F586-4481-44C7-9BBB-497C5A612AD8}" type="presParOf" srcId="{CA18CD60-58A1-41F4-AC25-76033B1E62B9}" destId="{B07A49D1-0F8D-4B7B-B3F9-5D77DBF2FA74}" srcOrd="1" destOrd="0" presId="urn:microsoft.com/office/officeart/2018/5/layout/IconCircleLabelList"/>
    <dgm:cxn modelId="{C8390DFC-DD12-468C-9498-881FFD783AC5}" type="presParOf" srcId="{CA18CD60-58A1-41F4-AC25-76033B1E62B9}" destId="{C330C6F7-ED15-430E-A192-D62776F10114}" srcOrd="2" destOrd="0" presId="urn:microsoft.com/office/officeart/2018/5/layout/IconCircleLabelList"/>
    <dgm:cxn modelId="{0D5942A4-F56E-4251-B768-925C7A7118D2}" type="presParOf" srcId="{CA18CD60-58A1-41F4-AC25-76033B1E62B9}" destId="{9AEB2F02-93BB-48C9-8AB9-9538473F88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38C449-D76E-4AB3-B9EE-F4EEA340587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4B13DF-61FD-48EA-A99C-6705524643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GPT-4 / GPT-4o (OpenAI):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High-performing in reasoning and multilingual tasks.</a:t>
          </a:r>
        </a:p>
      </dgm:t>
    </dgm:pt>
    <dgm:pt modelId="{905F99EA-1A13-4C7E-A4EE-7730F8FBC0C5}" type="parTrans" cxnId="{E470C52D-BBCC-4F3D-A94E-6109BD296F3F}">
      <dgm:prSet/>
      <dgm:spPr/>
      <dgm:t>
        <a:bodyPr/>
        <a:lstStyle/>
        <a:p>
          <a:endParaRPr lang="en-US"/>
        </a:p>
      </dgm:t>
    </dgm:pt>
    <dgm:pt modelId="{9F84AB05-B3CC-433D-924B-D4B387EF9D11}" type="sibTrans" cxnId="{E470C52D-BBCC-4F3D-A94E-6109BD296F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E159B1-63F6-4077-BF0D-6EA3BC1B65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Claude (Anthropic):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Known for safety and alignment.</a:t>
          </a:r>
        </a:p>
      </dgm:t>
    </dgm:pt>
    <dgm:pt modelId="{D7BAC761-C336-49C5-B013-461257A27FA8}" type="parTrans" cxnId="{72D6A59E-172D-4A12-BF7B-7795F34D4404}">
      <dgm:prSet/>
      <dgm:spPr/>
      <dgm:t>
        <a:bodyPr/>
        <a:lstStyle/>
        <a:p>
          <a:endParaRPr lang="en-US"/>
        </a:p>
      </dgm:t>
    </dgm:pt>
    <dgm:pt modelId="{0F3F591C-46C0-46D7-AA66-3C99C61507DD}" type="sibTrans" cxnId="{72D6A59E-172D-4A12-BF7B-7795F34D44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39805C-63D5-4C28-A076-D0C230A377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Gemini (Google DeepMind):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Integrated with search and multimodal capabilities.</a:t>
          </a:r>
        </a:p>
      </dgm:t>
    </dgm:pt>
    <dgm:pt modelId="{B7E43A72-4AD0-41BF-A9D1-7AC54B02FECE}" type="parTrans" cxnId="{EB7DD401-DF50-4571-9B80-12026760B9FD}">
      <dgm:prSet/>
      <dgm:spPr/>
      <dgm:t>
        <a:bodyPr/>
        <a:lstStyle/>
        <a:p>
          <a:endParaRPr lang="en-US"/>
        </a:p>
      </dgm:t>
    </dgm:pt>
    <dgm:pt modelId="{D7089A63-6DED-4712-AA53-2DA66E6C87B9}" type="sibTrans" cxnId="{EB7DD401-DF50-4571-9B80-12026760B9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3DA84D-CC5B-4012-A97D-86B15D2FA3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Mistral, </a:t>
          </a:r>
          <a:r>
            <a:rPr lang="en-US" b="1" dirty="0" err="1">
              <a:latin typeface="FUTURA MEDIUM" panose="020B0602020204020303" pitchFamily="34" charset="-79"/>
              <a:cs typeface="FUTURA MEDIUM" panose="020B0602020204020303" pitchFamily="34" charset="-79"/>
            </a:rPr>
            <a:t>LLaMA</a:t>
          </a:r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 (Meta):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Open-source and lightweight industry alternatives.</a:t>
          </a:r>
        </a:p>
      </dgm:t>
    </dgm:pt>
    <dgm:pt modelId="{D04EC595-241E-4EC8-95D2-CA210B9AAECA}" type="parTrans" cxnId="{68D13569-3C9E-4DD2-8109-087F222FA8E3}">
      <dgm:prSet/>
      <dgm:spPr/>
      <dgm:t>
        <a:bodyPr/>
        <a:lstStyle/>
        <a:p>
          <a:endParaRPr lang="en-US"/>
        </a:p>
      </dgm:t>
    </dgm:pt>
    <dgm:pt modelId="{4FE6CF03-AE0B-412E-8EEC-75A4DA018AFA}" type="sibTrans" cxnId="{68D13569-3C9E-4DD2-8109-087F222FA8E3}">
      <dgm:prSet/>
      <dgm:spPr/>
      <dgm:t>
        <a:bodyPr/>
        <a:lstStyle/>
        <a:p>
          <a:endParaRPr lang="en-US"/>
        </a:p>
      </dgm:t>
    </dgm:pt>
    <dgm:pt modelId="{0ACD4DCE-0C8E-4BD6-8489-0321860A9E75}" type="pres">
      <dgm:prSet presAssocID="{C738C449-D76E-4AB3-B9EE-F4EEA3405876}" presName="root" presStyleCnt="0">
        <dgm:presLayoutVars>
          <dgm:dir/>
          <dgm:resizeHandles val="exact"/>
        </dgm:presLayoutVars>
      </dgm:prSet>
      <dgm:spPr/>
    </dgm:pt>
    <dgm:pt modelId="{544433A9-9FA6-4F79-80C3-3291082395D0}" type="pres">
      <dgm:prSet presAssocID="{C738C449-D76E-4AB3-B9EE-F4EEA3405876}" presName="container" presStyleCnt="0">
        <dgm:presLayoutVars>
          <dgm:dir/>
          <dgm:resizeHandles val="exact"/>
        </dgm:presLayoutVars>
      </dgm:prSet>
      <dgm:spPr/>
    </dgm:pt>
    <dgm:pt modelId="{0ECA52CB-B823-464F-83A5-187ACF1F9C9B}" type="pres">
      <dgm:prSet presAssocID="{674B13DF-61FD-48EA-A99C-670552464306}" presName="compNode" presStyleCnt="0"/>
      <dgm:spPr/>
    </dgm:pt>
    <dgm:pt modelId="{75D55607-C65D-4C15-A3AF-F789821D8CAE}" type="pres">
      <dgm:prSet presAssocID="{674B13DF-61FD-48EA-A99C-670552464306}" presName="iconBgRect" presStyleLbl="bgShp" presStyleIdx="0" presStyleCnt="4"/>
      <dgm:spPr/>
    </dgm:pt>
    <dgm:pt modelId="{E9456BED-B1CF-4AED-833A-38A3AA832011}" type="pres">
      <dgm:prSet presAssocID="{674B13DF-61FD-48EA-A99C-6705524643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9415629F-69A2-4575-83D4-9F54E0C0A0D4}" type="pres">
      <dgm:prSet presAssocID="{674B13DF-61FD-48EA-A99C-670552464306}" presName="spaceRect" presStyleCnt="0"/>
      <dgm:spPr/>
    </dgm:pt>
    <dgm:pt modelId="{FDF1AE1D-AC40-402C-B1A3-75006F37EC60}" type="pres">
      <dgm:prSet presAssocID="{674B13DF-61FD-48EA-A99C-670552464306}" presName="textRect" presStyleLbl="revTx" presStyleIdx="0" presStyleCnt="4">
        <dgm:presLayoutVars>
          <dgm:chMax val="1"/>
          <dgm:chPref val="1"/>
        </dgm:presLayoutVars>
      </dgm:prSet>
      <dgm:spPr/>
    </dgm:pt>
    <dgm:pt modelId="{C4750B9F-BDEB-4BB0-AD5D-2FEDD71A02A4}" type="pres">
      <dgm:prSet presAssocID="{9F84AB05-B3CC-433D-924B-D4B387EF9D11}" presName="sibTrans" presStyleLbl="sibTrans2D1" presStyleIdx="0" presStyleCnt="0"/>
      <dgm:spPr/>
    </dgm:pt>
    <dgm:pt modelId="{531DAE6C-BA1B-40AE-8949-C3FEA1AE78DF}" type="pres">
      <dgm:prSet presAssocID="{8FE159B1-63F6-4077-BF0D-6EA3BC1B65EB}" presName="compNode" presStyleCnt="0"/>
      <dgm:spPr/>
    </dgm:pt>
    <dgm:pt modelId="{4AF98173-46E3-4858-9053-04035F82DC99}" type="pres">
      <dgm:prSet presAssocID="{8FE159B1-63F6-4077-BF0D-6EA3BC1B65EB}" presName="iconBgRect" presStyleLbl="bgShp" presStyleIdx="1" presStyleCnt="4"/>
      <dgm:spPr/>
    </dgm:pt>
    <dgm:pt modelId="{56FFFDC2-AA32-43D7-8BFC-3956C07A4748}" type="pres">
      <dgm:prSet presAssocID="{8FE159B1-63F6-4077-BF0D-6EA3BC1B65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F73EAC46-0295-4B78-BB42-A43FF2FBDE0B}" type="pres">
      <dgm:prSet presAssocID="{8FE159B1-63F6-4077-BF0D-6EA3BC1B65EB}" presName="spaceRect" presStyleCnt="0"/>
      <dgm:spPr/>
    </dgm:pt>
    <dgm:pt modelId="{9DE02F13-36E7-4411-8751-73BB526B8AFB}" type="pres">
      <dgm:prSet presAssocID="{8FE159B1-63F6-4077-BF0D-6EA3BC1B65EB}" presName="textRect" presStyleLbl="revTx" presStyleIdx="1" presStyleCnt="4">
        <dgm:presLayoutVars>
          <dgm:chMax val="1"/>
          <dgm:chPref val="1"/>
        </dgm:presLayoutVars>
      </dgm:prSet>
      <dgm:spPr/>
    </dgm:pt>
    <dgm:pt modelId="{D96BAEEF-F1CE-4EE8-BFF5-9DEF7D9F2BD5}" type="pres">
      <dgm:prSet presAssocID="{0F3F591C-46C0-46D7-AA66-3C99C61507DD}" presName="sibTrans" presStyleLbl="sibTrans2D1" presStyleIdx="0" presStyleCnt="0"/>
      <dgm:spPr/>
    </dgm:pt>
    <dgm:pt modelId="{43C4EDB6-96E0-485F-89D5-20736E2E1C51}" type="pres">
      <dgm:prSet presAssocID="{1839805C-63D5-4C28-A076-D0C230A377D1}" presName="compNode" presStyleCnt="0"/>
      <dgm:spPr/>
    </dgm:pt>
    <dgm:pt modelId="{098C10A9-2945-408A-B5EA-12E66A3C6E63}" type="pres">
      <dgm:prSet presAssocID="{1839805C-63D5-4C28-A076-D0C230A377D1}" presName="iconBgRect" presStyleLbl="bgShp" presStyleIdx="2" presStyleCnt="4"/>
      <dgm:spPr/>
    </dgm:pt>
    <dgm:pt modelId="{D35D9934-6D9F-4FC1-A5D0-59762AB6FD0C}" type="pres">
      <dgm:prSet presAssocID="{1839805C-63D5-4C28-A076-D0C230A377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D4F8E8C3-7570-45A0-ADDB-EDBF5329C7AA}" type="pres">
      <dgm:prSet presAssocID="{1839805C-63D5-4C28-A076-D0C230A377D1}" presName="spaceRect" presStyleCnt="0"/>
      <dgm:spPr/>
    </dgm:pt>
    <dgm:pt modelId="{1B48D1BD-0801-47C0-B62D-E16E520EEDF6}" type="pres">
      <dgm:prSet presAssocID="{1839805C-63D5-4C28-A076-D0C230A377D1}" presName="textRect" presStyleLbl="revTx" presStyleIdx="2" presStyleCnt="4">
        <dgm:presLayoutVars>
          <dgm:chMax val="1"/>
          <dgm:chPref val="1"/>
        </dgm:presLayoutVars>
      </dgm:prSet>
      <dgm:spPr/>
    </dgm:pt>
    <dgm:pt modelId="{D75D8597-60FA-4066-B0EB-8A5F51B6DFC6}" type="pres">
      <dgm:prSet presAssocID="{D7089A63-6DED-4712-AA53-2DA66E6C87B9}" presName="sibTrans" presStyleLbl="sibTrans2D1" presStyleIdx="0" presStyleCnt="0"/>
      <dgm:spPr/>
    </dgm:pt>
    <dgm:pt modelId="{2A70CB7A-9D0A-42D5-8572-DEE7B2186C7B}" type="pres">
      <dgm:prSet presAssocID="{723DA84D-CC5B-4012-A97D-86B15D2FA339}" presName="compNode" presStyleCnt="0"/>
      <dgm:spPr/>
    </dgm:pt>
    <dgm:pt modelId="{C815693C-18EF-4AC0-BADD-A216F554D47B}" type="pres">
      <dgm:prSet presAssocID="{723DA84D-CC5B-4012-A97D-86B15D2FA339}" presName="iconBgRect" presStyleLbl="bgShp" presStyleIdx="3" presStyleCnt="4"/>
      <dgm:spPr/>
    </dgm:pt>
    <dgm:pt modelId="{A42D2EC5-8730-4C48-8286-A168C5CD8865}" type="pres">
      <dgm:prSet presAssocID="{723DA84D-CC5B-4012-A97D-86B15D2FA3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CDD8102E-6291-4E8C-901A-53849FC66369}" type="pres">
      <dgm:prSet presAssocID="{723DA84D-CC5B-4012-A97D-86B15D2FA339}" presName="spaceRect" presStyleCnt="0"/>
      <dgm:spPr/>
    </dgm:pt>
    <dgm:pt modelId="{9705DA31-04CA-4ADA-ADC9-D3576AB40D2C}" type="pres">
      <dgm:prSet presAssocID="{723DA84D-CC5B-4012-A97D-86B15D2FA3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7DD401-DF50-4571-9B80-12026760B9FD}" srcId="{C738C449-D76E-4AB3-B9EE-F4EEA3405876}" destId="{1839805C-63D5-4C28-A076-D0C230A377D1}" srcOrd="2" destOrd="0" parTransId="{B7E43A72-4AD0-41BF-A9D1-7AC54B02FECE}" sibTransId="{D7089A63-6DED-4712-AA53-2DA66E6C87B9}"/>
    <dgm:cxn modelId="{DBE31A1C-3D2D-402A-A44A-B79A5C70C2AD}" type="presOf" srcId="{0F3F591C-46C0-46D7-AA66-3C99C61507DD}" destId="{D96BAEEF-F1CE-4EE8-BFF5-9DEF7D9F2BD5}" srcOrd="0" destOrd="0" presId="urn:microsoft.com/office/officeart/2018/2/layout/IconCircleList"/>
    <dgm:cxn modelId="{E470C52D-BBCC-4F3D-A94E-6109BD296F3F}" srcId="{C738C449-D76E-4AB3-B9EE-F4EEA3405876}" destId="{674B13DF-61FD-48EA-A99C-670552464306}" srcOrd="0" destOrd="0" parTransId="{905F99EA-1A13-4C7E-A4EE-7730F8FBC0C5}" sibTransId="{9F84AB05-B3CC-433D-924B-D4B387EF9D11}"/>
    <dgm:cxn modelId="{F4F00540-F879-4D0C-B3DE-01B3CCEA9835}" type="presOf" srcId="{C738C449-D76E-4AB3-B9EE-F4EEA3405876}" destId="{0ACD4DCE-0C8E-4BD6-8489-0321860A9E75}" srcOrd="0" destOrd="0" presId="urn:microsoft.com/office/officeart/2018/2/layout/IconCircleList"/>
    <dgm:cxn modelId="{0E5C9D47-F46A-429F-BA8E-A59A43BDAE44}" type="presOf" srcId="{D7089A63-6DED-4712-AA53-2DA66E6C87B9}" destId="{D75D8597-60FA-4066-B0EB-8A5F51B6DFC6}" srcOrd="0" destOrd="0" presId="urn:microsoft.com/office/officeart/2018/2/layout/IconCircleList"/>
    <dgm:cxn modelId="{16375555-6372-4F66-9612-82B5F5D47A54}" type="presOf" srcId="{1839805C-63D5-4C28-A076-D0C230A377D1}" destId="{1B48D1BD-0801-47C0-B62D-E16E520EEDF6}" srcOrd="0" destOrd="0" presId="urn:microsoft.com/office/officeart/2018/2/layout/IconCircleList"/>
    <dgm:cxn modelId="{3663B05A-8101-496A-A735-05A15F91330A}" type="presOf" srcId="{723DA84D-CC5B-4012-A97D-86B15D2FA339}" destId="{9705DA31-04CA-4ADA-ADC9-D3576AB40D2C}" srcOrd="0" destOrd="0" presId="urn:microsoft.com/office/officeart/2018/2/layout/IconCircleList"/>
    <dgm:cxn modelId="{68D13569-3C9E-4DD2-8109-087F222FA8E3}" srcId="{C738C449-D76E-4AB3-B9EE-F4EEA3405876}" destId="{723DA84D-CC5B-4012-A97D-86B15D2FA339}" srcOrd="3" destOrd="0" parTransId="{D04EC595-241E-4EC8-95D2-CA210B9AAECA}" sibTransId="{4FE6CF03-AE0B-412E-8EEC-75A4DA018AFA}"/>
    <dgm:cxn modelId="{BD9CDB8C-F513-403B-A7ED-A2561E150EE9}" type="presOf" srcId="{8FE159B1-63F6-4077-BF0D-6EA3BC1B65EB}" destId="{9DE02F13-36E7-4411-8751-73BB526B8AFB}" srcOrd="0" destOrd="0" presId="urn:microsoft.com/office/officeart/2018/2/layout/IconCircleList"/>
    <dgm:cxn modelId="{72D6A59E-172D-4A12-BF7B-7795F34D4404}" srcId="{C738C449-D76E-4AB3-B9EE-F4EEA3405876}" destId="{8FE159B1-63F6-4077-BF0D-6EA3BC1B65EB}" srcOrd="1" destOrd="0" parTransId="{D7BAC761-C336-49C5-B013-461257A27FA8}" sibTransId="{0F3F591C-46C0-46D7-AA66-3C99C61507DD}"/>
    <dgm:cxn modelId="{0D32B4C8-176B-488D-A10C-EEDCCB37D5A3}" type="presOf" srcId="{9F84AB05-B3CC-433D-924B-D4B387EF9D11}" destId="{C4750B9F-BDEB-4BB0-AD5D-2FEDD71A02A4}" srcOrd="0" destOrd="0" presId="urn:microsoft.com/office/officeart/2018/2/layout/IconCircleList"/>
    <dgm:cxn modelId="{B6B5D3EC-112D-4016-829E-346277330376}" type="presOf" srcId="{674B13DF-61FD-48EA-A99C-670552464306}" destId="{FDF1AE1D-AC40-402C-B1A3-75006F37EC60}" srcOrd="0" destOrd="0" presId="urn:microsoft.com/office/officeart/2018/2/layout/IconCircleList"/>
    <dgm:cxn modelId="{DA7A0B70-2AA4-468E-80C4-B2546DA81375}" type="presParOf" srcId="{0ACD4DCE-0C8E-4BD6-8489-0321860A9E75}" destId="{544433A9-9FA6-4F79-80C3-3291082395D0}" srcOrd="0" destOrd="0" presId="urn:microsoft.com/office/officeart/2018/2/layout/IconCircleList"/>
    <dgm:cxn modelId="{5755D3DD-5B8B-4A2F-ADC6-A66D574A900B}" type="presParOf" srcId="{544433A9-9FA6-4F79-80C3-3291082395D0}" destId="{0ECA52CB-B823-464F-83A5-187ACF1F9C9B}" srcOrd="0" destOrd="0" presId="urn:microsoft.com/office/officeart/2018/2/layout/IconCircleList"/>
    <dgm:cxn modelId="{CC5633C2-8BAF-4DDA-B993-9401F5083533}" type="presParOf" srcId="{0ECA52CB-B823-464F-83A5-187ACF1F9C9B}" destId="{75D55607-C65D-4C15-A3AF-F789821D8CAE}" srcOrd="0" destOrd="0" presId="urn:microsoft.com/office/officeart/2018/2/layout/IconCircleList"/>
    <dgm:cxn modelId="{987E9C51-1C3D-4B26-B5E6-09BAA9C81716}" type="presParOf" srcId="{0ECA52CB-B823-464F-83A5-187ACF1F9C9B}" destId="{E9456BED-B1CF-4AED-833A-38A3AA832011}" srcOrd="1" destOrd="0" presId="urn:microsoft.com/office/officeart/2018/2/layout/IconCircleList"/>
    <dgm:cxn modelId="{86CDF80B-C445-407B-B520-C3C745D8841A}" type="presParOf" srcId="{0ECA52CB-B823-464F-83A5-187ACF1F9C9B}" destId="{9415629F-69A2-4575-83D4-9F54E0C0A0D4}" srcOrd="2" destOrd="0" presId="urn:microsoft.com/office/officeart/2018/2/layout/IconCircleList"/>
    <dgm:cxn modelId="{469C7B3C-D863-4BC9-B272-B8FE6FD66582}" type="presParOf" srcId="{0ECA52CB-B823-464F-83A5-187ACF1F9C9B}" destId="{FDF1AE1D-AC40-402C-B1A3-75006F37EC60}" srcOrd="3" destOrd="0" presId="urn:microsoft.com/office/officeart/2018/2/layout/IconCircleList"/>
    <dgm:cxn modelId="{CEC8FAA5-22FF-4D3F-90E3-097CDD8BC246}" type="presParOf" srcId="{544433A9-9FA6-4F79-80C3-3291082395D0}" destId="{C4750B9F-BDEB-4BB0-AD5D-2FEDD71A02A4}" srcOrd="1" destOrd="0" presId="urn:microsoft.com/office/officeart/2018/2/layout/IconCircleList"/>
    <dgm:cxn modelId="{A3D0DBF6-5742-402B-ADFE-E7A0FFED4502}" type="presParOf" srcId="{544433A9-9FA6-4F79-80C3-3291082395D0}" destId="{531DAE6C-BA1B-40AE-8949-C3FEA1AE78DF}" srcOrd="2" destOrd="0" presId="urn:microsoft.com/office/officeart/2018/2/layout/IconCircleList"/>
    <dgm:cxn modelId="{86D96418-246A-4BA0-B919-D008CA9A4333}" type="presParOf" srcId="{531DAE6C-BA1B-40AE-8949-C3FEA1AE78DF}" destId="{4AF98173-46E3-4858-9053-04035F82DC99}" srcOrd="0" destOrd="0" presId="urn:microsoft.com/office/officeart/2018/2/layout/IconCircleList"/>
    <dgm:cxn modelId="{AEFF4F58-ECE2-4886-A7DD-286A05537E4A}" type="presParOf" srcId="{531DAE6C-BA1B-40AE-8949-C3FEA1AE78DF}" destId="{56FFFDC2-AA32-43D7-8BFC-3956C07A4748}" srcOrd="1" destOrd="0" presId="urn:microsoft.com/office/officeart/2018/2/layout/IconCircleList"/>
    <dgm:cxn modelId="{BADB580A-B371-438C-9C66-0F0FC955C9AA}" type="presParOf" srcId="{531DAE6C-BA1B-40AE-8949-C3FEA1AE78DF}" destId="{F73EAC46-0295-4B78-BB42-A43FF2FBDE0B}" srcOrd="2" destOrd="0" presId="urn:microsoft.com/office/officeart/2018/2/layout/IconCircleList"/>
    <dgm:cxn modelId="{704DFB02-5986-4550-AA2A-90281CD67B3A}" type="presParOf" srcId="{531DAE6C-BA1B-40AE-8949-C3FEA1AE78DF}" destId="{9DE02F13-36E7-4411-8751-73BB526B8AFB}" srcOrd="3" destOrd="0" presId="urn:microsoft.com/office/officeart/2018/2/layout/IconCircleList"/>
    <dgm:cxn modelId="{7C476196-60FE-4745-8231-59E97FE38D0E}" type="presParOf" srcId="{544433A9-9FA6-4F79-80C3-3291082395D0}" destId="{D96BAEEF-F1CE-4EE8-BFF5-9DEF7D9F2BD5}" srcOrd="3" destOrd="0" presId="urn:microsoft.com/office/officeart/2018/2/layout/IconCircleList"/>
    <dgm:cxn modelId="{180954F9-9C99-40DD-ABA7-0D13689D509E}" type="presParOf" srcId="{544433A9-9FA6-4F79-80C3-3291082395D0}" destId="{43C4EDB6-96E0-485F-89D5-20736E2E1C51}" srcOrd="4" destOrd="0" presId="urn:microsoft.com/office/officeart/2018/2/layout/IconCircleList"/>
    <dgm:cxn modelId="{663E0B3F-014F-486A-8DC8-50B48F45EB69}" type="presParOf" srcId="{43C4EDB6-96E0-485F-89D5-20736E2E1C51}" destId="{098C10A9-2945-408A-B5EA-12E66A3C6E63}" srcOrd="0" destOrd="0" presId="urn:microsoft.com/office/officeart/2018/2/layout/IconCircleList"/>
    <dgm:cxn modelId="{0F000833-41BA-471D-A18F-F005DDCE3E22}" type="presParOf" srcId="{43C4EDB6-96E0-485F-89D5-20736E2E1C51}" destId="{D35D9934-6D9F-4FC1-A5D0-59762AB6FD0C}" srcOrd="1" destOrd="0" presId="urn:microsoft.com/office/officeart/2018/2/layout/IconCircleList"/>
    <dgm:cxn modelId="{84233657-7E4C-4697-8DEF-B1C8BA54DCBE}" type="presParOf" srcId="{43C4EDB6-96E0-485F-89D5-20736E2E1C51}" destId="{D4F8E8C3-7570-45A0-ADDB-EDBF5329C7AA}" srcOrd="2" destOrd="0" presId="urn:microsoft.com/office/officeart/2018/2/layout/IconCircleList"/>
    <dgm:cxn modelId="{D90BB4BE-DE26-42D5-AD30-F742199DADA3}" type="presParOf" srcId="{43C4EDB6-96E0-485F-89D5-20736E2E1C51}" destId="{1B48D1BD-0801-47C0-B62D-E16E520EEDF6}" srcOrd="3" destOrd="0" presId="urn:microsoft.com/office/officeart/2018/2/layout/IconCircleList"/>
    <dgm:cxn modelId="{4EBAC872-D20A-48D3-B38A-BA89EC782D45}" type="presParOf" srcId="{544433A9-9FA6-4F79-80C3-3291082395D0}" destId="{D75D8597-60FA-4066-B0EB-8A5F51B6DFC6}" srcOrd="5" destOrd="0" presId="urn:microsoft.com/office/officeart/2018/2/layout/IconCircleList"/>
    <dgm:cxn modelId="{484F9D55-01EA-4BFC-A098-87F6A71C7ED0}" type="presParOf" srcId="{544433A9-9FA6-4F79-80C3-3291082395D0}" destId="{2A70CB7A-9D0A-42D5-8572-DEE7B2186C7B}" srcOrd="6" destOrd="0" presId="urn:microsoft.com/office/officeart/2018/2/layout/IconCircleList"/>
    <dgm:cxn modelId="{972E56D2-7F77-44C6-83CC-E22884A55F5C}" type="presParOf" srcId="{2A70CB7A-9D0A-42D5-8572-DEE7B2186C7B}" destId="{C815693C-18EF-4AC0-BADD-A216F554D47B}" srcOrd="0" destOrd="0" presId="urn:microsoft.com/office/officeart/2018/2/layout/IconCircleList"/>
    <dgm:cxn modelId="{E38E3925-F1D7-414D-90EE-8D915A5129F2}" type="presParOf" srcId="{2A70CB7A-9D0A-42D5-8572-DEE7B2186C7B}" destId="{A42D2EC5-8730-4C48-8286-A168C5CD8865}" srcOrd="1" destOrd="0" presId="urn:microsoft.com/office/officeart/2018/2/layout/IconCircleList"/>
    <dgm:cxn modelId="{C2D7E366-32F0-4AF0-A4B9-DA327AE5211F}" type="presParOf" srcId="{2A70CB7A-9D0A-42D5-8572-DEE7B2186C7B}" destId="{CDD8102E-6291-4E8C-901A-53849FC66369}" srcOrd="2" destOrd="0" presId="urn:microsoft.com/office/officeart/2018/2/layout/IconCircleList"/>
    <dgm:cxn modelId="{CA6C0FC0-A00A-455D-B6BC-CE58346E6BAD}" type="presParOf" srcId="{2A70CB7A-9D0A-42D5-8572-DEE7B2186C7B}" destId="{9705DA31-04CA-4ADA-ADC9-D3576AB40D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E5C5FB-9318-4532-A092-D9E3EB4A8F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5E17CF-9390-4D82-A360-2F870F262393}">
      <dgm:prSet/>
      <dgm:spPr/>
      <dgm:t>
        <a:bodyPr/>
        <a:lstStyle/>
        <a:p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Customer Service: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Automating query handling, sentiment detection</a:t>
          </a:r>
        </a:p>
      </dgm:t>
    </dgm:pt>
    <dgm:pt modelId="{7227267F-4DD6-4DF8-8C27-A75881B72EB3}" type="parTrans" cxnId="{791C6254-1490-469C-A862-1991095C0D62}">
      <dgm:prSet/>
      <dgm:spPr/>
      <dgm:t>
        <a:bodyPr/>
        <a:lstStyle/>
        <a:p>
          <a:endParaRPr lang="en-US"/>
        </a:p>
      </dgm:t>
    </dgm:pt>
    <dgm:pt modelId="{5A68C04E-CA3B-48AD-8589-63FDD5717047}" type="sibTrans" cxnId="{791C6254-1490-469C-A862-1991095C0D62}">
      <dgm:prSet/>
      <dgm:spPr/>
      <dgm:t>
        <a:bodyPr/>
        <a:lstStyle/>
        <a:p>
          <a:endParaRPr lang="en-US"/>
        </a:p>
      </dgm:t>
    </dgm:pt>
    <dgm:pt modelId="{0B732B8B-C6AA-4B9B-8F83-F7FC98A0D4C7}">
      <dgm:prSet/>
      <dgm:spPr/>
      <dgm:t>
        <a:bodyPr/>
        <a:lstStyle/>
        <a:p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Healthcare: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Medical documentation, clinical assistant bots</a:t>
          </a:r>
        </a:p>
      </dgm:t>
    </dgm:pt>
    <dgm:pt modelId="{2B018677-3E6A-4450-8B01-192F16717C28}" type="parTrans" cxnId="{48139C96-47ED-45CD-93B0-A14CDF20549F}">
      <dgm:prSet/>
      <dgm:spPr/>
      <dgm:t>
        <a:bodyPr/>
        <a:lstStyle/>
        <a:p>
          <a:endParaRPr lang="en-US"/>
        </a:p>
      </dgm:t>
    </dgm:pt>
    <dgm:pt modelId="{051B1D93-DC58-454C-A1DB-05E7917488BB}" type="sibTrans" cxnId="{48139C96-47ED-45CD-93B0-A14CDF20549F}">
      <dgm:prSet/>
      <dgm:spPr/>
      <dgm:t>
        <a:bodyPr/>
        <a:lstStyle/>
        <a:p>
          <a:endParaRPr lang="en-US"/>
        </a:p>
      </dgm:t>
    </dgm:pt>
    <dgm:pt modelId="{2F76BB06-F31F-4B82-B477-58F4C6943457}">
      <dgm:prSet/>
      <dgm:spPr/>
      <dgm:t>
        <a:bodyPr/>
        <a:lstStyle/>
        <a:p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Finance: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KYC automation, risk analysis, report summarization</a:t>
          </a:r>
        </a:p>
      </dgm:t>
    </dgm:pt>
    <dgm:pt modelId="{A7B4B0B3-C39D-4A65-AC6B-079BFB82C439}" type="parTrans" cxnId="{6BFE007F-D7C0-41E8-BE34-5C5A364C12CB}">
      <dgm:prSet/>
      <dgm:spPr/>
      <dgm:t>
        <a:bodyPr/>
        <a:lstStyle/>
        <a:p>
          <a:endParaRPr lang="en-US"/>
        </a:p>
      </dgm:t>
    </dgm:pt>
    <dgm:pt modelId="{1110EB8B-8188-4E85-ACA2-94C97B838066}" type="sibTrans" cxnId="{6BFE007F-D7C0-41E8-BE34-5C5A364C12CB}">
      <dgm:prSet/>
      <dgm:spPr/>
      <dgm:t>
        <a:bodyPr/>
        <a:lstStyle/>
        <a:p>
          <a:endParaRPr lang="en-US"/>
        </a:p>
      </dgm:t>
    </dgm:pt>
    <dgm:pt modelId="{40059EC3-2BA3-452A-B107-963C06D445F8}">
      <dgm:prSet/>
      <dgm:spPr/>
      <dgm:t>
        <a:bodyPr/>
        <a:lstStyle/>
        <a:p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E-commerce: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Product descriptions, personalized recommendations</a:t>
          </a:r>
        </a:p>
      </dgm:t>
    </dgm:pt>
    <dgm:pt modelId="{0B72EE78-8301-4C73-B859-F888C4B2C9CC}" type="parTrans" cxnId="{D63925A1-858F-409D-9247-2BC2AA9E6793}">
      <dgm:prSet/>
      <dgm:spPr/>
      <dgm:t>
        <a:bodyPr/>
        <a:lstStyle/>
        <a:p>
          <a:endParaRPr lang="en-US"/>
        </a:p>
      </dgm:t>
    </dgm:pt>
    <dgm:pt modelId="{4EBA8A43-ED2A-4A18-A688-406701B61485}" type="sibTrans" cxnId="{D63925A1-858F-409D-9247-2BC2AA9E6793}">
      <dgm:prSet/>
      <dgm:spPr/>
      <dgm:t>
        <a:bodyPr/>
        <a:lstStyle/>
        <a:p>
          <a:endParaRPr lang="en-US"/>
        </a:p>
      </dgm:t>
    </dgm:pt>
    <dgm:pt modelId="{3EC84AA4-0005-4EF7-A104-664B67A2CCF3}">
      <dgm:prSet/>
      <dgm:spPr/>
      <dgm:t>
        <a:bodyPr/>
        <a:lstStyle/>
        <a:p>
          <a:r>
            <a:rPr lang="en-US" b="1" dirty="0">
              <a:latin typeface="FUTURA MEDIUM" panose="020B0602020204020303" pitchFamily="34" charset="-79"/>
              <a:cs typeface="FUTURA MEDIUM" panose="020B0602020204020303" pitchFamily="34" charset="-79"/>
            </a:rPr>
            <a:t>Legal:</a:t>
          </a:r>
          <a:r>
            <a:rPr lang="en-US" dirty="0">
              <a:latin typeface="Futura Medium" panose="020B0602020204020303" pitchFamily="34" charset="-79"/>
              <a:cs typeface="Futura Medium" panose="020B0602020204020303" pitchFamily="34" charset="-79"/>
            </a:rPr>
            <a:t> Contract review, document comparison, summarization</a:t>
          </a:r>
        </a:p>
      </dgm:t>
    </dgm:pt>
    <dgm:pt modelId="{F6550C03-91ED-47AA-A01D-17ECC418B522}" type="sibTrans" cxnId="{4926C669-DBC9-4F15-807F-6599BB13ED61}">
      <dgm:prSet/>
      <dgm:spPr/>
      <dgm:t>
        <a:bodyPr/>
        <a:lstStyle/>
        <a:p>
          <a:endParaRPr lang="en-US"/>
        </a:p>
      </dgm:t>
    </dgm:pt>
    <dgm:pt modelId="{5C883260-B511-4896-B6B9-F5B1835E40AC}" type="parTrans" cxnId="{4926C669-DBC9-4F15-807F-6599BB13ED61}">
      <dgm:prSet/>
      <dgm:spPr/>
      <dgm:t>
        <a:bodyPr/>
        <a:lstStyle/>
        <a:p>
          <a:endParaRPr lang="en-US"/>
        </a:p>
      </dgm:t>
    </dgm:pt>
    <dgm:pt modelId="{B03D4AF6-CC5C-4E52-884A-01C143652299}" type="pres">
      <dgm:prSet presAssocID="{B6E5C5FB-9318-4532-A092-D9E3EB4A8F3B}" presName="root" presStyleCnt="0">
        <dgm:presLayoutVars>
          <dgm:dir/>
          <dgm:resizeHandles val="exact"/>
        </dgm:presLayoutVars>
      </dgm:prSet>
      <dgm:spPr/>
    </dgm:pt>
    <dgm:pt modelId="{72564B4E-339E-439B-AFD4-2F33292FCFA2}" type="pres">
      <dgm:prSet presAssocID="{E55E17CF-9390-4D82-A360-2F870F262393}" presName="compNode" presStyleCnt="0"/>
      <dgm:spPr/>
    </dgm:pt>
    <dgm:pt modelId="{B51FBD00-3F6C-4E86-9CA8-13CC876A1E89}" type="pres">
      <dgm:prSet presAssocID="{E55E17CF-9390-4D82-A360-2F870F262393}" presName="bgRect" presStyleLbl="bgShp" presStyleIdx="0" presStyleCnt="5"/>
      <dgm:spPr/>
    </dgm:pt>
    <dgm:pt modelId="{7D222145-2F35-4ABD-9813-7A5852165B69}" type="pres">
      <dgm:prSet presAssocID="{E55E17CF-9390-4D82-A360-2F870F26239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1DA5CE2-7102-456C-8349-9ED8018CACAB}" type="pres">
      <dgm:prSet presAssocID="{E55E17CF-9390-4D82-A360-2F870F262393}" presName="spaceRect" presStyleCnt="0"/>
      <dgm:spPr/>
    </dgm:pt>
    <dgm:pt modelId="{B5B5E899-4D1B-415E-8B99-31FAE8F5334E}" type="pres">
      <dgm:prSet presAssocID="{E55E17CF-9390-4D82-A360-2F870F262393}" presName="parTx" presStyleLbl="revTx" presStyleIdx="0" presStyleCnt="5">
        <dgm:presLayoutVars>
          <dgm:chMax val="0"/>
          <dgm:chPref val="0"/>
        </dgm:presLayoutVars>
      </dgm:prSet>
      <dgm:spPr/>
    </dgm:pt>
    <dgm:pt modelId="{5470CDB5-ECF0-4DE0-B1CD-171739A1DA6C}" type="pres">
      <dgm:prSet presAssocID="{5A68C04E-CA3B-48AD-8589-63FDD5717047}" presName="sibTrans" presStyleCnt="0"/>
      <dgm:spPr/>
    </dgm:pt>
    <dgm:pt modelId="{C038F416-6AE2-440E-9B92-3AA4F312D9C7}" type="pres">
      <dgm:prSet presAssocID="{0B732B8B-C6AA-4B9B-8F83-F7FC98A0D4C7}" presName="compNode" presStyleCnt="0"/>
      <dgm:spPr/>
    </dgm:pt>
    <dgm:pt modelId="{4C22CECA-565C-4180-8B6C-24FF40B2B0C8}" type="pres">
      <dgm:prSet presAssocID="{0B732B8B-C6AA-4B9B-8F83-F7FC98A0D4C7}" presName="bgRect" presStyleLbl="bgShp" presStyleIdx="1" presStyleCnt="5"/>
      <dgm:spPr/>
    </dgm:pt>
    <dgm:pt modelId="{D84DBA07-66B0-40F8-9825-BD760BE16F24}" type="pres">
      <dgm:prSet presAssocID="{0B732B8B-C6AA-4B9B-8F83-F7FC98A0D4C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E3244CAB-016F-4576-B717-49E511780388}" type="pres">
      <dgm:prSet presAssocID="{0B732B8B-C6AA-4B9B-8F83-F7FC98A0D4C7}" presName="spaceRect" presStyleCnt="0"/>
      <dgm:spPr/>
    </dgm:pt>
    <dgm:pt modelId="{8ADC6323-F416-4A08-A32C-D68C117FCC6A}" type="pres">
      <dgm:prSet presAssocID="{0B732B8B-C6AA-4B9B-8F83-F7FC98A0D4C7}" presName="parTx" presStyleLbl="revTx" presStyleIdx="1" presStyleCnt="5">
        <dgm:presLayoutVars>
          <dgm:chMax val="0"/>
          <dgm:chPref val="0"/>
        </dgm:presLayoutVars>
      </dgm:prSet>
      <dgm:spPr/>
    </dgm:pt>
    <dgm:pt modelId="{1424D724-2E53-4753-A534-063D3F76E6E1}" type="pres">
      <dgm:prSet presAssocID="{051B1D93-DC58-454C-A1DB-05E7917488BB}" presName="sibTrans" presStyleCnt="0"/>
      <dgm:spPr/>
    </dgm:pt>
    <dgm:pt modelId="{2772EDC3-FDF9-4358-BB28-B82EA75D2A98}" type="pres">
      <dgm:prSet presAssocID="{2F76BB06-F31F-4B82-B477-58F4C6943457}" presName="compNode" presStyleCnt="0"/>
      <dgm:spPr/>
    </dgm:pt>
    <dgm:pt modelId="{F7BC3E82-A531-4994-8249-612B4492CF19}" type="pres">
      <dgm:prSet presAssocID="{2F76BB06-F31F-4B82-B477-58F4C6943457}" presName="bgRect" presStyleLbl="bgShp" presStyleIdx="2" presStyleCnt="5"/>
      <dgm:spPr/>
    </dgm:pt>
    <dgm:pt modelId="{A6EA87AF-C92E-41E4-9485-07CF1BF1B3CE}" type="pres">
      <dgm:prSet presAssocID="{2F76BB06-F31F-4B82-B477-58F4C69434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06C8D11-DE9C-4128-891E-F3D055DFB341}" type="pres">
      <dgm:prSet presAssocID="{2F76BB06-F31F-4B82-B477-58F4C6943457}" presName="spaceRect" presStyleCnt="0"/>
      <dgm:spPr/>
    </dgm:pt>
    <dgm:pt modelId="{A7F77BF0-C358-4EBC-89F3-EE7ADC8D52B0}" type="pres">
      <dgm:prSet presAssocID="{2F76BB06-F31F-4B82-B477-58F4C6943457}" presName="parTx" presStyleLbl="revTx" presStyleIdx="2" presStyleCnt="5">
        <dgm:presLayoutVars>
          <dgm:chMax val="0"/>
          <dgm:chPref val="0"/>
        </dgm:presLayoutVars>
      </dgm:prSet>
      <dgm:spPr/>
    </dgm:pt>
    <dgm:pt modelId="{5AA77CF0-BB7C-4151-A513-F6770F222B3E}" type="pres">
      <dgm:prSet presAssocID="{1110EB8B-8188-4E85-ACA2-94C97B838066}" presName="sibTrans" presStyleCnt="0"/>
      <dgm:spPr/>
    </dgm:pt>
    <dgm:pt modelId="{34716BCC-1259-48EE-BB5D-37A3F496BF61}" type="pres">
      <dgm:prSet presAssocID="{40059EC3-2BA3-452A-B107-963C06D445F8}" presName="compNode" presStyleCnt="0"/>
      <dgm:spPr/>
    </dgm:pt>
    <dgm:pt modelId="{1262E76E-28B3-4FF4-B5FE-4B4DA9D1A51A}" type="pres">
      <dgm:prSet presAssocID="{40059EC3-2BA3-452A-B107-963C06D445F8}" presName="bgRect" presStyleLbl="bgShp" presStyleIdx="3" presStyleCnt="5"/>
      <dgm:spPr/>
    </dgm:pt>
    <dgm:pt modelId="{9D011939-ED47-49EA-ADF3-596623A5FE69}" type="pres">
      <dgm:prSet presAssocID="{40059EC3-2BA3-452A-B107-963C06D445F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85F89FD-DD68-45E1-869C-25DDF84BFE24}" type="pres">
      <dgm:prSet presAssocID="{40059EC3-2BA3-452A-B107-963C06D445F8}" presName="spaceRect" presStyleCnt="0"/>
      <dgm:spPr/>
    </dgm:pt>
    <dgm:pt modelId="{995CD9A8-2C4A-4CD3-A880-E32AA5A80426}" type="pres">
      <dgm:prSet presAssocID="{40059EC3-2BA3-452A-B107-963C06D445F8}" presName="parTx" presStyleLbl="revTx" presStyleIdx="3" presStyleCnt="5">
        <dgm:presLayoutVars>
          <dgm:chMax val="0"/>
          <dgm:chPref val="0"/>
        </dgm:presLayoutVars>
      </dgm:prSet>
      <dgm:spPr/>
    </dgm:pt>
    <dgm:pt modelId="{444E138E-CF3C-443A-938C-C510CFF8E398}" type="pres">
      <dgm:prSet presAssocID="{4EBA8A43-ED2A-4A18-A688-406701B61485}" presName="sibTrans" presStyleCnt="0"/>
      <dgm:spPr/>
    </dgm:pt>
    <dgm:pt modelId="{4C855C5D-CC61-47ED-80CB-D9DC4A7AA028}" type="pres">
      <dgm:prSet presAssocID="{3EC84AA4-0005-4EF7-A104-664B67A2CCF3}" presName="compNode" presStyleCnt="0"/>
      <dgm:spPr/>
    </dgm:pt>
    <dgm:pt modelId="{A0DC8AF2-8B76-448A-B963-362DFE6B9D81}" type="pres">
      <dgm:prSet presAssocID="{3EC84AA4-0005-4EF7-A104-664B67A2CCF3}" presName="bgRect" presStyleLbl="bgShp" presStyleIdx="4" presStyleCnt="5"/>
      <dgm:spPr/>
    </dgm:pt>
    <dgm:pt modelId="{EDECB484-B5B4-4BF4-BCB0-59833649C89A}" type="pres">
      <dgm:prSet presAssocID="{3EC84AA4-0005-4EF7-A104-664B67A2CCF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F397AE30-4972-4E3B-BB2E-50A5FAE0EE11}" type="pres">
      <dgm:prSet presAssocID="{3EC84AA4-0005-4EF7-A104-664B67A2CCF3}" presName="spaceRect" presStyleCnt="0"/>
      <dgm:spPr/>
    </dgm:pt>
    <dgm:pt modelId="{4F4EE5DD-79F3-4C5E-89F4-E5158C598E19}" type="pres">
      <dgm:prSet presAssocID="{3EC84AA4-0005-4EF7-A104-664B67A2CCF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409642-5772-4A80-A129-733DD725FD1B}" type="presOf" srcId="{2F76BB06-F31F-4B82-B477-58F4C6943457}" destId="{A7F77BF0-C358-4EBC-89F3-EE7ADC8D52B0}" srcOrd="0" destOrd="0" presId="urn:microsoft.com/office/officeart/2018/2/layout/IconVerticalSolidList"/>
    <dgm:cxn modelId="{791C6254-1490-469C-A862-1991095C0D62}" srcId="{B6E5C5FB-9318-4532-A092-D9E3EB4A8F3B}" destId="{E55E17CF-9390-4D82-A360-2F870F262393}" srcOrd="0" destOrd="0" parTransId="{7227267F-4DD6-4DF8-8C27-A75881B72EB3}" sibTransId="{5A68C04E-CA3B-48AD-8589-63FDD5717047}"/>
    <dgm:cxn modelId="{4926C669-DBC9-4F15-807F-6599BB13ED61}" srcId="{B6E5C5FB-9318-4532-A092-D9E3EB4A8F3B}" destId="{3EC84AA4-0005-4EF7-A104-664B67A2CCF3}" srcOrd="4" destOrd="0" parTransId="{5C883260-B511-4896-B6B9-F5B1835E40AC}" sibTransId="{F6550C03-91ED-47AA-A01D-17ECC418B522}"/>
    <dgm:cxn modelId="{6BFE007F-D7C0-41E8-BE34-5C5A364C12CB}" srcId="{B6E5C5FB-9318-4532-A092-D9E3EB4A8F3B}" destId="{2F76BB06-F31F-4B82-B477-58F4C6943457}" srcOrd="2" destOrd="0" parTransId="{A7B4B0B3-C39D-4A65-AC6B-079BFB82C439}" sibTransId="{1110EB8B-8188-4E85-ACA2-94C97B838066}"/>
    <dgm:cxn modelId="{8034D885-C6C5-479A-8AF5-86B8E1B51152}" type="presOf" srcId="{3EC84AA4-0005-4EF7-A104-664B67A2CCF3}" destId="{4F4EE5DD-79F3-4C5E-89F4-E5158C598E19}" srcOrd="0" destOrd="0" presId="urn:microsoft.com/office/officeart/2018/2/layout/IconVerticalSolidList"/>
    <dgm:cxn modelId="{7FD6428B-7E21-4549-99E2-E91BA8297E1D}" type="presOf" srcId="{E55E17CF-9390-4D82-A360-2F870F262393}" destId="{B5B5E899-4D1B-415E-8B99-31FAE8F5334E}" srcOrd="0" destOrd="0" presId="urn:microsoft.com/office/officeart/2018/2/layout/IconVerticalSolidList"/>
    <dgm:cxn modelId="{48139C96-47ED-45CD-93B0-A14CDF20549F}" srcId="{B6E5C5FB-9318-4532-A092-D9E3EB4A8F3B}" destId="{0B732B8B-C6AA-4B9B-8F83-F7FC98A0D4C7}" srcOrd="1" destOrd="0" parTransId="{2B018677-3E6A-4450-8B01-192F16717C28}" sibTransId="{051B1D93-DC58-454C-A1DB-05E7917488BB}"/>
    <dgm:cxn modelId="{62073298-0AA7-4987-85BD-E3808DF80E92}" type="presOf" srcId="{40059EC3-2BA3-452A-B107-963C06D445F8}" destId="{995CD9A8-2C4A-4CD3-A880-E32AA5A80426}" srcOrd="0" destOrd="0" presId="urn:microsoft.com/office/officeart/2018/2/layout/IconVerticalSolidList"/>
    <dgm:cxn modelId="{D63925A1-858F-409D-9247-2BC2AA9E6793}" srcId="{B6E5C5FB-9318-4532-A092-D9E3EB4A8F3B}" destId="{40059EC3-2BA3-452A-B107-963C06D445F8}" srcOrd="3" destOrd="0" parTransId="{0B72EE78-8301-4C73-B859-F888C4B2C9CC}" sibTransId="{4EBA8A43-ED2A-4A18-A688-406701B61485}"/>
    <dgm:cxn modelId="{77AD80A5-ADEA-4DCF-A2BD-C634059B57F1}" type="presOf" srcId="{0B732B8B-C6AA-4B9B-8F83-F7FC98A0D4C7}" destId="{8ADC6323-F416-4A08-A32C-D68C117FCC6A}" srcOrd="0" destOrd="0" presId="urn:microsoft.com/office/officeart/2018/2/layout/IconVerticalSolidList"/>
    <dgm:cxn modelId="{B91400F5-B98B-43BF-ADA5-DF580ADCD536}" type="presOf" srcId="{B6E5C5FB-9318-4532-A092-D9E3EB4A8F3B}" destId="{B03D4AF6-CC5C-4E52-884A-01C143652299}" srcOrd="0" destOrd="0" presId="urn:microsoft.com/office/officeart/2018/2/layout/IconVerticalSolidList"/>
    <dgm:cxn modelId="{5BBBC5DC-F07E-4F96-A71A-84134E076CC3}" type="presParOf" srcId="{B03D4AF6-CC5C-4E52-884A-01C143652299}" destId="{72564B4E-339E-439B-AFD4-2F33292FCFA2}" srcOrd="0" destOrd="0" presId="urn:microsoft.com/office/officeart/2018/2/layout/IconVerticalSolidList"/>
    <dgm:cxn modelId="{3132461A-A93F-4958-95A2-5FEEEE1C3BD2}" type="presParOf" srcId="{72564B4E-339E-439B-AFD4-2F33292FCFA2}" destId="{B51FBD00-3F6C-4E86-9CA8-13CC876A1E89}" srcOrd="0" destOrd="0" presId="urn:microsoft.com/office/officeart/2018/2/layout/IconVerticalSolidList"/>
    <dgm:cxn modelId="{466FF85D-81BC-404E-9FB9-9635D3965E40}" type="presParOf" srcId="{72564B4E-339E-439B-AFD4-2F33292FCFA2}" destId="{7D222145-2F35-4ABD-9813-7A5852165B69}" srcOrd="1" destOrd="0" presId="urn:microsoft.com/office/officeart/2018/2/layout/IconVerticalSolidList"/>
    <dgm:cxn modelId="{A172F074-D1DF-4406-8CF0-333CF9CA39B4}" type="presParOf" srcId="{72564B4E-339E-439B-AFD4-2F33292FCFA2}" destId="{01DA5CE2-7102-456C-8349-9ED8018CACAB}" srcOrd="2" destOrd="0" presId="urn:microsoft.com/office/officeart/2018/2/layout/IconVerticalSolidList"/>
    <dgm:cxn modelId="{704E143A-AD5F-4E55-80AD-B69BF952633D}" type="presParOf" srcId="{72564B4E-339E-439B-AFD4-2F33292FCFA2}" destId="{B5B5E899-4D1B-415E-8B99-31FAE8F5334E}" srcOrd="3" destOrd="0" presId="urn:microsoft.com/office/officeart/2018/2/layout/IconVerticalSolidList"/>
    <dgm:cxn modelId="{D3512CE8-55DE-42A6-95F9-67C95A767660}" type="presParOf" srcId="{B03D4AF6-CC5C-4E52-884A-01C143652299}" destId="{5470CDB5-ECF0-4DE0-B1CD-171739A1DA6C}" srcOrd="1" destOrd="0" presId="urn:microsoft.com/office/officeart/2018/2/layout/IconVerticalSolidList"/>
    <dgm:cxn modelId="{56094D20-C0F1-4CF2-872F-E9E5620B7081}" type="presParOf" srcId="{B03D4AF6-CC5C-4E52-884A-01C143652299}" destId="{C038F416-6AE2-440E-9B92-3AA4F312D9C7}" srcOrd="2" destOrd="0" presId="urn:microsoft.com/office/officeart/2018/2/layout/IconVerticalSolidList"/>
    <dgm:cxn modelId="{6638A7E6-F255-49F2-8E3D-8C5949CF6A3B}" type="presParOf" srcId="{C038F416-6AE2-440E-9B92-3AA4F312D9C7}" destId="{4C22CECA-565C-4180-8B6C-24FF40B2B0C8}" srcOrd="0" destOrd="0" presId="urn:microsoft.com/office/officeart/2018/2/layout/IconVerticalSolidList"/>
    <dgm:cxn modelId="{E9CDE00C-BFE5-4D99-99D6-9115F6D519F6}" type="presParOf" srcId="{C038F416-6AE2-440E-9B92-3AA4F312D9C7}" destId="{D84DBA07-66B0-40F8-9825-BD760BE16F24}" srcOrd="1" destOrd="0" presId="urn:microsoft.com/office/officeart/2018/2/layout/IconVerticalSolidList"/>
    <dgm:cxn modelId="{C1142DF3-7A43-47CD-BA23-80C123DC022F}" type="presParOf" srcId="{C038F416-6AE2-440E-9B92-3AA4F312D9C7}" destId="{E3244CAB-016F-4576-B717-49E511780388}" srcOrd="2" destOrd="0" presId="urn:microsoft.com/office/officeart/2018/2/layout/IconVerticalSolidList"/>
    <dgm:cxn modelId="{3E10FEEC-8595-4EFD-867F-DC1815C796D0}" type="presParOf" srcId="{C038F416-6AE2-440E-9B92-3AA4F312D9C7}" destId="{8ADC6323-F416-4A08-A32C-D68C117FCC6A}" srcOrd="3" destOrd="0" presId="urn:microsoft.com/office/officeart/2018/2/layout/IconVerticalSolidList"/>
    <dgm:cxn modelId="{D507F761-CF60-4E9E-A974-8432FBF7832B}" type="presParOf" srcId="{B03D4AF6-CC5C-4E52-884A-01C143652299}" destId="{1424D724-2E53-4753-A534-063D3F76E6E1}" srcOrd="3" destOrd="0" presId="urn:microsoft.com/office/officeart/2018/2/layout/IconVerticalSolidList"/>
    <dgm:cxn modelId="{1312F142-7662-4AA8-85D3-777A14490D7F}" type="presParOf" srcId="{B03D4AF6-CC5C-4E52-884A-01C143652299}" destId="{2772EDC3-FDF9-4358-BB28-B82EA75D2A98}" srcOrd="4" destOrd="0" presId="urn:microsoft.com/office/officeart/2018/2/layout/IconVerticalSolidList"/>
    <dgm:cxn modelId="{86E83396-4773-4DB0-9189-9B85FCE19E3B}" type="presParOf" srcId="{2772EDC3-FDF9-4358-BB28-B82EA75D2A98}" destId="{F7BC3E82-A531-4994-8249-612B4492CF19}" srcOrd="0" destOrd="0" presId="urn:microsoft.com/office/officeart/2018/2/layout/IconVerticalSolidList"/>
    <dgm:cxn modelId="{AE12A1D7-9B85-4819-8BF8-6AC6171007E9}" type="presParOf" srcId="{2772EDC3-FDF9-4358-BB28-B82EA75D2A98}" destId="{A6EA87AF-C92E-41E4-9485-07CF1BF1B3CE}" srcOrd="1" destOrd="0" presId="urn:microsoft.com/office/officeart/2018/2/layout/IconVerticalSolidList"/>
    <dgm:cxn modelId="{FC1AE64E-BF8C-4880-8FF0-DA779185564C}" type="presParOf" srcId="{2772EDC3-FDF9-4358-BB28-B82EA75D2A98}" destId="{E06C8D11-DE9C-4128-891E-F3D055DFB341}" srcOrd="2" destOrd="0" presId="urn:microsoft.com/office/officeart/2018/2/layout/IconVerticalSolidList"/>
    <dgm:cxn modelId="{2B2716E7-3ACB-4F79-8C08-5262B7006935}" type="presParOf" srcId="{2772EDC3-FDF9-4358-BB28-B82EA75D2A98}" destId="{A7F77BF0-C358-4EBC-89F3-EE7ADC8D52B0}" srcOrd="3" destOrd="0" presId="urn:microsoft.com/office/officeart/2018/2/layout/IconVerticalSolidList"/>
    <dgm:cxn modelId="{8849F0F0-1FD9-4A22-B81C-0BBC4422528D}" type="presParOf" srcId="{B03D4AF6-CC5C-4E52-884A-01C143652299}" destId="{5AA77CF0-BB7C-4151-A513-F6770F222B3E}" srcOrd="5" destOrd="0" presId="urn:microsoft.com/office/officeart/2018/2/layout/IconVerticalSolidList"/>
    <dgm:cxn modelId="{2E566C7C-959A-4AE2-BE9C-8C84677AD1E6}" type="presParOf" srcId="{B03D4AF6-CC5C-4E52-884A-01C143652299}" destId="{34716BCC-1259-48EE-BB5D-37A3F496BF61}" srcOrd="6" destOrd="0" presId="urn:microsoft.com/office/officeart/2018/2/layout/IconVerticalSolidList"/>
    <dgm:cxn modelId="{28ACDE9D-CC40-43A9-8F53-AB9C0571A3D1}" type="presParOf" srcId="{34716BCC-1259-48EE-BB5D-37A3F496BF61}" destId="{1262E76E-28B3-4FF4-B5FE-4B4DA9D1A51A}" srcOrd="0" destOrd="0" presId="urn:microsoft.com/office/officeart/2018/2/layout/IconVerticalSolidList"/>
    <dgm:cxn modelId="{B083BC8D-B9C6-4F2F-B7FE-A09A4669C745}" type="presParOf" srcId="{34716BCC-1259-48EE-BB5D-37A3F496BF61}" destId="{9D011939-ED47-49EA-ADF3-596623A5FE69}" srcOrd="1" destOrd="0" presId="urn:microsoft.com/office/officeart/2018/2/layout/IconVerticalSolidList"/>
    <dgm:cxn modelId="{BCE17328-DBB2-4E26-96B9-1E7F002906BA}" type="presParOf" srcId="{34716BCC-1259-48EE-BB5D-37A3F496BF61}" destId="{B85F89FD-DD68-45E1-869C-25DDF84BFE24}" srcOrd="2" destOrd="0" presId="urn:microsoft.com/office/officeart/2018/2/layout/IconVerticalSolidList"/>
    <dgm:cxn modelId="{4A3BEC02-0D34-479A-B285-BE53B18DCB36}" type="presParOf" srcId="{34716BCC-1259-48EE-BB5D-37A3F496BF61}" destId="{995CD9A8-2C4A-4CD3-A880-E32AA5A80426}" srcOrd="3" destOrd="0" presId="urn:microsoft.com/office/officeart/2018/2/layout/IconVerticalSolidList"/>
    <dgm:cxn modelId="{09435D94-3CF0-4D06-ABFC-6078D19D9B1C}" type="presParOf" srcId="{B03D4AF6-CC5C-4E52-884A-01C143652299}" destId="{444E138E-CF3C-443A-938C-C510CFF8E398}" srcOrd="7" destOrd="0" presId="urn:microsoft.com/office/officeart/2018/2/layout/IconVerticalSolidList"/>
    <dgm:cxn modelId="{02D65B62-BE97-4959-8971-982928E20EE6}" type="presParOf" srcId="{B03D4AF6-CC5C-4E52-884A-01C143652299}" destId="{4C855C5D-CC61-47ED-80CB-D9DC4A7AA028}" srcOrd="8" destOrd="0" presId="urn:microsoft.com/office/officeart/2018/2/layout/IconVerticalSolidList"/>
    <dgm:cxn modelId="{D8F98B03-2F60-4328-991A-FD8DABB640FE}" type="presParOf" srcId="{4C855C5D-CC61-47ED-80CB-D9DC4A7AA028}" destId="{A0DC8AF2-8B76-448A-B963-362DFE6B9D81}" srcOrd="0" destOrd="0" presId="urn:microsoft.com/office/officeart/2018/2/layout/IconVerticalSolidList"/>
    <dgm:cxn modelId="{8DB1DFC5-49E7-4AB8-B0C0-E6FE4A766A03}" type="presParOf" srcId="{4C855C5D-CC61-47ED-80CB-D9DC4A7AA028}" destId="{EDECB484-B5B4-4BF4-BCB0-59833649C89A}" srcOrd="1" destOrd="0" presId="urn:microsoft.com/office/officeart/2018/2/layout/IconVerticalSolidList"/>
    <dgm:cxn modelId="{D0F68318-A8B3-462F-8F1A-170BD5879D7E}" type="presParOf" srcId="{4C855C5D-CC61-47ED-80CB-D9DC4A7AA028}" destId="{F397AE30-4972-4E3B-BB2E-50A5FAE0EE11}" srcOrd="2" destOrd="0" presId="urn:microsoft.com/office/officeart/2018/2/layout/IconVerticalSolidList"/>
    <dgm:cxn modelId="{2BCECB68-9063-4E50-BA5D-68E8309509A6}" type="presParOf" srcId="{4C855C5D-CC61-47ED-80CB-D9DC4A7AA028}" destId="{4F4EE5DD-79F3-4C5E-89F4-E5158C598E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F5344-5154-1D4C-B253-E1BC3A414770}">
      <dsp:nvSpPr>
        <dsp:cNvPr id="0" name=""/>
        <dsp:cNvSpPr/>
      </dsp:nvSpPr>
      <dsp:spPr>
        <a:xfrm>
          <a:off x="835" y="0"/>
          <a:ext cx="3382956" cy="374015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0" rIns="33416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Billions to trillions of parameters</a:t>
          </a:r>
        </a:p>
      </dsp:txBody>
      <dsp:txXfrm>
        <a:off x="835" y="1496060"/>
        <a:ext cx="3382956" cy="2244089"/>
      </dsp:txXfrm>
    </dsp:sp>
    <dsp:sp modelId="{7FF640BB-8BD6-8949-8F0C-FBEE5B102EDD}">
      <dsp:nvSpPr>
        <dsp:cNvPr id="0" name=""/>
        <dsp:cNvSpPr/>
      </dsp:nvSpPr>
      <dsp:spPr>
        <a:xfrm>
          <a:off x="835" y="0"/>
          <a:ext cx="3382956" cy="149606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165100" rIns="33416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35" y="0"/>
        <a:ext cx="3382956" cy="1496060"/>
      </dsp:txXfrm>
    </dsp:sp>
    <dsp:sp modelId="{7F55EBE0-952C-274D-A9C8-4B5A866A8C87}">
      <dsp:nvSpPr>
        <dsp:cNvPr id="0" name=""/>
        <dsp:cNvSpPr/>
      </dsp:nvSpPr>
      <dsp:spPr>
        <a:xfrm>
          <a:off x="3654427" y="0"/>
          <a:ext cx="3382956" cy="374015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0" rIns="33416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Trained on diverse datasets (web, books, code)</a:t>
          </a:r>
        </a:p>
      </dsp:txBody>
      <dsp:txXfrm>
        <a:off x="3654427" y="1496060"/>
        <a:ext cx="3382956" cy="2244089"/>
      </dsp:txXfrm>
    </dsp:sp>
    <dsp:sp modelId="{3D61E518-C89B-1744-A856-11B083362C35}">
      <dsp:nvSpPr>
        <dsp:cNvPr id="0" name=""/>
        <dsp:cNvSpPr/>
      </dsp:nvSpPr>
      <dsp:spPr>
        <a:xfrm>
          <a:off x="3654427" y="0"/>
          <a:ext cx="3382956" cy="149606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165100" rIns="33416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54427" y="0"/>
        <a:ext cx="3382956" cy="1496060"/>
      </dsp:txXfrm>
    </dsp:sp>
    <dsp:sp modelId="{C92C1F61-0F1A-8D40-84EE-6C4B6FEACF07}">
      <dsp:nvSpPr>
        <dsp:cNvPr id="0" name=""/>
        <dsp:cNvSpPr/>
      </dsp:nvSpPr>
      <dsp:spPr>
        <a:xfrm>
          <a:off x="7308020" y="0"/>
          <a:ext cx="3382956" cy="374015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0" rIns="33416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Capable of zero-shot, few-shot, and instruction-tuned tasks</a:t>
          </a:r>
        </a:p>
      </dsp:txBody>
      <dsp:txXfrm>
        <a:off x="7308020" y="1496060"/>
        <a:ext cx="3382956" cy="2244089"/>
      </dsp:txXfrm>
    </dsp:sp>
    <dsp:sp modelId="{53F97766-9FEA-D445-BE18-34FE103AEEBE}">
      <dsp:nvSpPr>
        <dsp:cNvPr id="0" name=""/>
        <dsp:cNvSpPr/>
      </dsp:nvSpPr>
      <dsp:spPr>
        <a:xfrm>
          <a:off x="7308020" y="0"/>
          <a:ext cx="3382956" cy="149606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4161" tIns="165100" rIns="33416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308020" y="0"/>
        <a:ext cx="3382956" cy="1496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AA9D1-A1B9-49F8-90FA-14735B4AA365}">
      <dsp:nvSpPr>
        <dsp:cNvPr id="0" name=""/>
        <dsp:cNvSpPr/>
      </dsp:nvSpPr>
      <dsp:spPr>
        <a:xfrm>
          <a:off x="566905" y="790074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DC487-DF7F-41D6-BCA5-D90976456CCB}">
      <dsp:nvSpPr>
        <dsp:cNvPr id="0" name=""/>
        <dsp:cNvSpPr/>
      </dsp:nvSpPr>
      <dsp:spPr>
        <a:xfrm>
          <a:off x="80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9FC92-242D-455C-9DEA-EE4292CF3748}">
      <dsp:nvSpPr>
        <dsp:cNvPr id="0" name=""/>
        <dsp:cNvSpPr/>
      </dsp:nvSpPr>
      <dsp:spPr>
        <a:xfrm>
          <a:off x="21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Chatbots and assistants</a:t>
          </a:r>
        </a:p>
      </dsp:txBody>
      <dsp:txXfrm>
        <a:off x="215905" y="2230075"/>
        <a:ext cx="1800000" cy="720000"/>
      </dsp:txXfrm>
    </dsp:sp>
    <dsp:sp modelId="{43D2BD49-B7C0-4C2D-BE14-B37A40BBC332}">
      <dsp:nvSpPr>
        <dsp:cNvPr id="0" name=""/>
        <dsp:cNvSpPr/>
      </dsp:nvSpPr>
      <dsp:spPr>
        <a:xfrm>
          <a:off x="2681905" y="790074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06DA0-9721-447E-B92C-613C6E0D8FF9}">
      <dsp:nvSpPr>
        <dsp:cNvPr id="0" name=""/>
        <dsp:cNvSpPr/>
      </dsp:nvSpPr>
      <dsp:spPr>
        <a:xfrm>
          <a:off x="2915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FBAF5-0AC2-4F41-837A-A223153D7BF4}">
      <dsp:nvSpPr>
        <dsp:cNvPr id="0" name=""/>
        <dsp:cNvSpPr/>
      </dsp:nvSpPr>
      <dsp:spPr>
        <a:xfrm>
          <a:off x="233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Summarization and translation</a:t>
          </a:r>
        </a:p>
      </dsp:txBody>
      <dsp:txXfrm>
        <a:off x="2330905" y="2230075"/>
        <a:ext cx="1800000" cy="720000"/>
      </dsp:txXfrm>
    </dsp:sp>
    <dsp:sp modelId="{E648AA75-3DED-4414-BAD1-5FAE4C8ABBF3}">
      <dsp:nvSpPr>
        <dsp:cNvPr id="0" name=""/>
        <dsp:cNvSpPr/>
      </dsp:nvSpPr>
      <dsp:spPr>
        <a:xfrm>
          <a:off x="4796905" y="790074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406FCC-B2EF-4E1C-906D-9BEEAB0D5CF2}">
      <dsp:nvSpPr>
        <dsp:cNvPr id="0" name=""/>
        <dsp:cNvSpPr/>
      </dsp:nvSpPr>
      <dsp:spPr>
        <a:xfrm>
          <a:off x="503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2191C-857E-4A98-8CE8-A8B916388648}">
      <dsp:nvSpPr>
        <dsp:cNvPr id="0" name=""/>
        <dsp:cNvSpPr/>
      </dsp:nvSpPr>
      <dsp:spPr>
        <a:xfrm>
          <a:off x="4445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Code generation and debugging</a:t>
          </a:r>
        </a:p>
      </dsp:txBody>
      <dsp:txXfrm>
        <a:off x="4445905" y="2230075"/>
        <a:ext cx="1800000" cy="720000"/>
      </dsp:txXfrm>
    </dsp:sp>
    <dsp:sp modelId="{C2DCEA87-0A52-480E-9B22-1037D61064DB}">
      <dsp:nvSpPr>
        <dsp:cNvPr id="0" name=""/>
        <dsp:cNvSpPr/>
      </dsp:nvSpPr>
      <dsp:spPr>
        <a:xfrm>
          <a:off x="6911906" y="790074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125A8-E262-4911-BF8B-B896EBE646F4}">
      <dsp:nvSpPr>
        <dsp:cNvPr id="0" name=""/>
        <dsp:cNvSpPr/>
      </dsp:nvSpPr>
      <dsp:spPr>
        <a:xfrm>
          <a:off x="7145906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44223-C0E2-4374-B206-3F91DDDE1F39}">
      <dsp:nvSpPr>
        <dsp:cNvPr id="0" name=""/>
        <dsp:cNvSpPr/>
      </dsp:nvSpPr>
      <dsp:spPr>
        <a:xfrm>
          <a:off x="6560905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Sentiment analysis</a:t>
          </a:r>
        </a:p>
      </dsp:txBody>
      <dsp:txXfrm>
        <a:off x="6560905" y="2230075"/>
        <a:ext cx="1800000" cy="720000"/>
      </dsp:txXfrm>
    </dsp:sp>
    <dsp:sp modelId="{E27F4A47-0E90-4D8B-9706-B5D5662C648F}">
      <dsp:nvSpPr>
        <dsp:cNvPr id="0" name=""/>
        <dsp:cNvSpPr/>
      </dsp:nvSpPr>
      <dsp:spPr>
        <a:xfrm>
          <a:off x="9026906" y="790074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A49D1-0F8D-4B7B-B3F9-5D77DBF2FA74}">
      <dsp:nvSpPr>
        <dsp:cNvPr id="0" name=""/>
        <dsp:cNvSpPr/>
      </dsp:nvSpPr>
      <dsp:spPr>
        <a:xfrm>
          <a:off x="9260905" y="102407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B2F02-93BB-48C9-8AB9-9538473F88D8}">
      <dsp:nvSpPr>
        <dsp:cNvPr id="0" name=""/>
        <dsp:cNvSpPr/>
      </dsp:nvSpPr>
      <dsp:spPr>
        <a:xfrm>
          <a:off x="8675906" y="223007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Legal and medical document analysis</a:t>
          </a:r>
        </a:p>
      </dsp:txBody>
      <dsp:txXfrm>
        <a:off x="8675906" y="2230075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55607-C65D-4C15-A3AF-F789821D8CAE}">
      <dsp:nvSpPr>
        <dsp:cNvPr id="0" name=""/>
        <dsp:cNvSpPr/>
      </dsp:nvSpPr>
      <dsp:spPr>
        <a:xfrm>
          <a:off x="242116" y="200771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56BED-B1CF-4AED-833A-38A3AA832011}">
      <dsp:nvSpPr>
        <dsp:cNvPr id="0" name=""/>
        <dsp:cNvSpPr/>
      </dsp:nvSpPr>
      <dsp:spPr>
        <a:xfrm>
          <a:off x="525886" y="484541"/>
          <a:ext cx="783745" cy="78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1AE1D-AC40-402C-B1A3-75006F37EC60}">
      <dsp:nvSpPr>
        <dsp:cNvPr id="0" name=""/>
        <dsp:cNvSpPr/>
      </dsp:nvSpPr>
      <dsp:spPr>
        <a:xfrm>
          <a:off x="1882962" y="200771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GPT-4 / GPT-4o (OpenAI):</a:t>
          </a:r>
          <a:r>
            <a:rPr lang="en-US" sz="20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High-performing in reasoning and multilingual tasks.</a:t>
          </a:r>
        </a:p>
      </dsp:txBody>
      <dsp:txXfrm>
        <a:off x="1882962" y="200771"/>
        <a:ext cx="3185173" cy="1351285"/>
      </dsp:txXfrm>
    </dsp:sp>
    <dsp:sp modelId="{4AF98173-46E3-4858-9053-04035F82DC99}">
      <dsp:nvSpPr>
        <dsp:cNvPr id="0" name=""/>
        <dsp:cNvSpPr/>
      </dsp:nvSpPr>
      <dsp:spPr>
        <a:xfrm>
          <a:off x="5623128" y="200771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FFDC2-AA32-43D7-8BFC-3956C07A4748}">
      <dsp:nvSpPr>
        <dsp:cNvPr id="0" name=""/>
        <dsp:cNvSpPr/>
      </dsp:nvSpPr>
      <dsp:spPr>
        <a:xfrm>
          <a:off x="5906898" y="484541"/>
          <a:ext cx="783745" cy="78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02F13-36E7-4411-8751-73BB526B8AFB}">
      <dsp:nvSpPr>
        <dsp:cNvPr id="0" name=""/>
        <dsp:cNvSpPr/>
      </dsp:nvSpPr>
      <dsp:spPr>
        <a:xfrm>
          <a:off x="7263975" y="200771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Claude (Anthropic):</a:t>
          </a:r>
          <a:r>
            <a:rPr lang="en-US" sz="20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Known for safety and alignment.</a:t>
          </a:r>
        </a:p>
      </dsp:txBody>
      <dsp:txXfrm>
        <a:off x="7263975" y="200771"/>
        <a:ext cx="3185173" cy="1351285"/>
      </dsp:txXfrm>
    </dsp:sp>
    <dsp:sp modelId="{098C10A9-2945-408A-B5EA-12E66A3C6E63}">
      <dsp:nvSpPr>
        <dsp:cNvPr id="0" name=""/>
        <dsp:cNvSpPr/>
      </dsp:nvSpPr>
      <dsp:spPr>
        <a:xfrm>
          <a:off x="242116" y="2187839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D9934-6D9F-4FC1-A5D0-59762AB6FD0C}">
      <dsp:nvSpPr>
        <dsp:cNvPr id="0" name=""/>
        <dsp:cNvSpPr/>
      </dsp:nvSpPr>
      <dsp:spPr>
        <a:xfrm>
          <a:off x="525886" y="2471609"/>
          <a:ext cx="783745" cy="78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8D1BD-0801-47C0-B62D-E16E520EEDF6}">
      <dsp:nvSpPr>
        <dsp:cNvPr id="0" name=""/>
        <dsp:cNvSpPr/>
      </dsp:nvSpPr>
      <dsp:spPr>
        <a:xfrm>
          <a:off x="1882962" y="2187839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Gemini (Google DeepMind):</a:t>
          </a:r>
          <a:r>
            <a:rPr lang="en-US" sz="20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Integrated with search and multimodal capabilities.</a:t>
          </a:r>
        </a:p>
      </dsp:txBody>
      <dsp:txXfrm>
        <a:off x="1882962" y="2187839"/>
        <a:ext cx="3185173" cy="1351285"/>
      </dsp:txXfrm>
    </dsp:sp>
    <dsp:sp modelId="{C815693C-18EF-4AC0-BADD-A216F554D47B}">
      <dsp:nvSpPr>
        <dsp:cNvPr id="0" name=""/>
        <dsp:cNvSpPr/>
      </dsp:nvSpPr>
      <dsp:spPr>
        <a:xfrm>
          <a:off x="5623128" y="2187839"/>
          <a:ext cx="1351285" cy="135128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D2EC5-8730-4C48-8286-A168C5CD8865}">
      <dsp:nvSpPr>
        <dsp:cNvPr id="0" name=""/>
        <dsp:cNvSpPr/>
      </dsp:nvSpPr>
      <dsp:spPr>
        <a:xfrm>
          <a:off x="5906898" y="2471609"/>
          <a:ext cx="783745" cy="78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5DA31-04CA-4ADA-ADC9-D3576AB40D2C}">
      <dsp:nvSpPr>
        <dsp:cNvPr id="0" name=""/>
        <dsp:cNvSpPr/>
      </dsp:nvSpPr>
      <dsp:spPr>
        <a:xfrm>
          <a:off x="7263975" y="2187839"/>
          <a:ext cx="3185173" cy="1351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Mistral, </a:t>
          </a:r>
          <a:r>
            <a:rPr lang="en-US" sz="2000" b="1" kern="1200" dirty="0" err="1">
              <a:latin typeface="FUTURA MEDIUM" panose="020B0602020204020303" pitchFamily="34" charset="-79"/>
              <a:cs typeface="FUTURA MEDIUM" panose="020B0602020204020303" pitchFamily="34" charset="-79"/>
            </a:rPr>
            <a:t>LLaMA</a:t>
          </a:r>
          <a:r>
            <a:rPr lang="en-US" sz="20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 (Meta):</a:t>
          </a:r>
          <a:r>
            <a:rPr lang="en-US" sz="20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Open-source and lightweight industry alternatives.</a:t>
          </a:r>
        </a:p>
      </dsp:txBody>
      <dsp:txXfrm>
        <a:off x="7263975" y="2187839"/>
        <a:ext cx="3185173" cy="13512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FBD00-3F6C-4E86-9CA8-13CC876A1E89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22145-2F35-4ABD-9813-7A5852165B69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5E899-4D1B-415E-8B99-31FAE8F5334E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Customer Service:</a:t>
          </a:r>
          <a:r>
            <a:rPr lang="en-US" sz="19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Automating query handling, sentiment detection</a:t>
          </a:r>
        </a:p>
      </dsp:txBody>
      <dsp:txXfrm>
        <a:off x="1056922" y="4296"/>
        <a:ext cx="5115025" cy="915084"/>
      </dsp:txXfrm>
    </dsp:sp>
    <dsp:sp modelId="{4C22CECA-565C-4180-8B6C-24FF40B2B0C8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DBA07-66B0-40F8-9825-BD760BE16F24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C6323-F416-4A08-A32C-D68C117FCC6A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Healthcare:</a:t>
          </a:r>
          <a:r>
            <a:rPr lang="en-US" sz="19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Medical documentation, clinical assistant bots</a:t>
          </a:r>
        </a:p>
      </dsp:txBody>
      <dsp:txXfrm>
        <a:off x="1056922" y="1148151"/>
        <a:ext cx="5115025" cy="915084"/>
      </dsp:txXfrm>
    </dsp:sp>
    <dsp:sp modelId="{F7BC3E82-A531-4994-8249-612B4492CF19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A87AF-C92E-41E4-9485-07CF1BF1B3CE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F77BF0-C358-4EBC-89F3-EE7ADC8D52B0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Finance:</a:t>
          </a:r>
          <a:r>
            <a:rPr lang="en-US" sz="19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KYC automation, risk analysis, report summarization</a:t>
          </a:r>
        </a:p>
      </dsp:txBody>
      <dsp:txXfrm>
        <a:off x="1056922" y="2292007"/>
        <a:ext cx="5115025" cy="915084"/>
      </dsp:txXfrm>
    </dsp:sp>
    <dsp:sp modelId="{1262E76E-28B3-4FF4-B5FE-4B4DA9D1A51A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011939-ED47-49EA-ADF3-596623A5FE69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CD9A8-2C4A-4CD3-A880-E32AA5A80426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E-commerce:</a:t>
          </a:r>
          <a:r>
            <a:rPr lang="en-US" sz="19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Product descriptions, personalized recommendations</a:t>
          </a:r>
        </a:p>
      </dsp:txBody>
      <dsp:txXfrm>
        <a:off x="1056922" y="3435863"/>
        <a:ext cx="5115025" cy="915084"/>
      </dsp:txXfrm>
    </dsp:sp>
    <dsp:sp modelId="{A0DC8AF2-8B76-448A-B963-362DFE6B9D81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CB484-B5B4-4BF4-BCB0-59833649C89A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EE5DD-79F3-4C5E-89F4-E5158C598E19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Legal:</a:t>
          </a:r>
          <a:r>
            <a:rPr lang="en-US" sz="1900" kern="1200" dirty="0">
              <a:latin typeface="Futura Medium" panose="020B0602020204020303" pitchFamily="34" charset="-79"/>
              <a:cs typeface="Futura Medium" panose="020B0602020204020303" pitchFamily="34" charset="-79"/>
            </a:rPr>
            <a:t> Contract review, document comparison, summarization</a:t>
          </a:r>
        </a:p>
      </dsp:txBody>
      <dsp:txXfrm>
        <a:off x="1056922" y="4579719"/>
        <a:ext cx="5115025" cy="915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9CAF-52FB-3242-9F92-60CA39E61FA2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B65CE-CFFA-104B-8C5E-93881AF53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B65CE-CFFA-104B-8C5E-93881AF53C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53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B65CE-CFFA-104B-8C5E-93881AF53C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3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B65CE-CFFA-104B-8C5E-93881AF53C2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73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8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1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7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9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8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2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0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2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2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93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4DAC8-4C25-5F75-9184-B61A1FB14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 fontScale="90000"/>
          </a:bodyPr>
          <a:lstStyle/>
          <a:p>
            <a:r>
              <a:rPr lang="en-US" dirty="0"/>
              <a:t>Large Language Models (LLMs) &amp; Prompt Engineering 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363F4-6C93-8A75-0E4D-C197B0E07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fundamentals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AFE92F50-B375-0194-1648-0A74A767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22" r="1919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2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F129D-9BED-0A0B-380C-2319EA72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en-US" dirty="0"/>
              <a:t>What are LLMs?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6DBA219-98F6-AB50-2C6F-F0C4BAA37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9" r="47191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DF89-4B7C-44E1-E89F-22F1CCBDA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Transformer-based models trained on massive text data</a:t>
            </a:r>
          </a:p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Examples: GPT-4, Claude, Gemini, </a:t>
            </a:r>
            <a:r>
              <a:rPr lang="en-US" sz="18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LLaMA</a:t>
            </a:r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Mistral</a:t>
            </a:r>
          </a:p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Used for understanding and generating human language</a:t>
            </a:r>
          </a:p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LLMs are advanced AI systems trained on diverse text data using Transformer architectures.</a:t>
            </a:r>
          </a:p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They enable natural language understanding, generation, summarization, classification, and more.</a:t>
            </a:r>
          </a:p>
          <a:p>
            <a:r>
              <a:rPr lang="en-US" sz="1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Core to many enterprise AI solutions across domains.</a:t>
            </a:r>
          </a:p>
          <a:p>
            <a:endParaRPr lang="en-US" sz="18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6361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0AC3C-0DE7-3984-DF26-9E6A028B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Key Features of LLMs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4799E2-F1FA-7D46-5A31-6AD8FC27A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70499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02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F8BA9-A279-31B0-35BC-636432CB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Applications of LLMs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7A4408-9742-B61B-E099-90809D64B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109396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80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4E9E-7DE7-4D04-13B3-F479CA32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Industry Models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C2A079C-031C-053C-ADE6-8219CF144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905967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2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4C149-2C2C-7A54-E61C-19FE7DF9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 dirty="0"/>
              <a:t>Industrial Applications</a:t>
            </a:r>
            <a:br>
              <a:rPr lang="en-US" b="1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F50614-25DB-8C57-F7B4-266B41C61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310778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284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94E8B-DA7D-5F7E-88F9-5F300E24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b="1" dirty="0"/>
              <a:t>Architecture of LLMs</a:t>
            </a:r>
            <a:endParaRPr lang="en-US" dirty="0"/>
          </a:p>
        </p:txBody>
      </p:sp>
      <p:pic>
        <p:nvPicPr>
          <p:cNvPr id="5" name="Picture 4" descr="Spaceship passageway">
            <a:extLst>
              <a:ext uri="{FF2B5EF4-FFF2-40B4-BE49-F238E27FC236}">
                <a16:creationId xmlns:a16="http://schemas.microsoft.com/office/drawing/2014/main" id="{1D28278A-80BF-1013-5860-B8CCD289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83" r="29396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BCF76-3983-B8FC-0929-B9EE7743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Base Architecture: Transformer</a:t>
            </a:r>
            <a:b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</a:b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Introduced in the paper </a:t>
            </a: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“Attention is All You Need”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(Vaswani et al., 2017), the </a:t>
            </a:r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Transformer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is the foundation of LLMs like GPT, BERT, T5, </a:t>
            </a:r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LLaMA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, and Gemini.</a:t>
            </a:r>
          </a:p>
          <a:p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2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Extend Your Modern Data Stack to Leverage LLMs in Production | Estuary">
            <a:extLst>
              <a:ext uri="{FF2B5EF4-FFF2-40B4-BE49-F238E27FC236}">
                <a16:creationId xmlns:a16="http://schemas.microsoft.com/office/drawing/2014/main" id="{7B191509-A37A-24AB-0007-C03670E7D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0"/>
            <a:ext cx="11137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999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8F19-F3E6-4210-45B1-F0EEDFA9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Transformer Components: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C5315-6D3F-3E30-C9E8-EEE672801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1949"/>
            <a:ext cx="10691265" cy="41099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Input Embedding</a:t>
            </a:r>
          </a:p>
          <a:p>
            <a:r>
              <a:rPr lang="en-US" dirty="0"/>
              <a:t>Converts input tokens (words) into dense vectors (embeddings).</a:t>
            </a:r>
          </a:p>
          <a:p>
            <a:r>
              <a:rPr lang="en-US" dirty="0"/>
              <a:t>Adds </a:t>
            </a:r>
            <a:r>
              <a:rPr lang="en-US" b="1" dirty="0"/>
              <a:t>positional encoding</a:t>
            </a:r>
            <a:r>
              <a:rPr lang="en-US" dirty="0"/>
              <a:t> to preserve word order.</a:t>
            </a:r>
            <a:endParaRPr lang="en-US" b="1" dirty="0"/>
          </a:p>
          <a:p>
            <a:r>
              <a:rPr lang="en-US" b="1" dirty="0"/>
              <a:t>Multi-Head Self-Attention</a:t>
            </a:r>
          </a:p>
          <a:p>
            <a:r>
              <a:rPr lang="en-US" dirty="0"/>
              <a:t>Allows the model to “focus” on different parts of the input sentence simultaneously.</a:t>
            </a:r>
            <a:endParaRPr lang="en-US" b="1" dirty="0"/>
          </a:p>
          <a:p>
            <a:r>
              <a:rPr lang="en-US" b="1" dirty="0"/>
              <a:t>Feed Forward Neural Network</a:t>
            </a:r>
          </a:p>
          <a:p>
            <a:r>
              <a:rPr lang="en-US" dirty="0"/>
              <a:t>Fully connected layers applied after attention blocks.</a:t>
            </a:r>
            <a:endParaRPr lang="en-US" b="1" dirty="0"/>
          </a:p>
          <a:p>
            <a:r>
              <a:rPr lang="en-US" b="1" dirty="0"/>
              <a:t>Layer Normalization + Residual Connections</a:t>
            </a:r>
          </a:p>
          <a:p>
            <a:r>
              <a:rPr lang="en-US" dirty="0"/>
              <a:t>Helps in stabilizing training and enabling deeper models.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6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60A6C-D9EB-0C0B-522E-7D6940CF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992" y="719453"/>
            <a:ext cx="3676397" cy="3070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/>
              <a:t>Types of Transformer-Based LLMs</a:t>
            </a:r>
            <a:br>
              <a:rPr lang="en-US" sz="3700" b="1"/>
            </a:br>
            <a:endParaRPr lang="en-US" sz="3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75769" y="4053540"/>
            <a:ext cx="914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067FE6-E7F8-03FB-667C-B96D5366FF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8365169"/>
              </p:ext>
            </p:extLst>
          </p:nvPr>
        </p:nvGraphicFramePr>
        <p:xfrm>
          <a:off x="396240" y="1544014"/>
          <a:ext cx="7548882" cy="38792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33626">
                  <a:extLst>
                    <a:ext uri="{9D8B030D-6E8A-4147-A177-3AD203B41FA5}">
                      <a16:colId xmlns:a16="http://schemas.microsoft.com/office/drawing/2014/main" val="587726248"/>
                    </a:ext>
                  </a:extLst>
                </a:gridCol>
                <a:gridCol w="2388120">
                  <a:extLst>
                    <a:ext uri="{9D8B030D-6E8A-4147-A177-3AD203B41FA5}">
                      <a16:colId xmlns:a16="http://schemas.microsoft.com/office/drawing/2014/main" val="3843389888"/>
                    </a:ext>
                  </a:extLst>
                </a:gridCol>
                <a:gridCol w="2727136">
                  <a:extLst>
                    <a:ext uri="{9D8B030D-6E8A-4147-A177-3AD203B41FA5}">
                      <a16:colId xmlns:a16="http://schemas.microsoft.com/office/drawing/2014/main" val="2672294223"/>
                    </a:ext>
                  </a:extLst>
                </a:gridCol>
              </a:tblGrid>
              <a:tr h="79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Model Type</a:t>
                      </a:r>
                      <a:endParaRPr lang="en-US" sz="23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327638" marR="196583" marT="196583" marB="1965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Example</a:t>
                      </a:r>
                      <a:endParaRPr lang="en-US" sz="23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Use Case</a:t>
                      </a:r>
                      <a:endParaRPr lang="en-US" sz="23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077420"/>
                  </a:ext>
                </a:extLst>
              </a:tr>
              <a:tr h="1144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Encoder-only</a:t>
                      </a:r>
                    </a:p>
                  </a:txBody>
                  <a:tcPr marL="327638" marR="196583" marT="196583" marB="1965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BERT, RoBERTa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Classification, NER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873647"/>
                  </a:ext>
                </a:extLst>
              </a:tr>
              <a:tr h="79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Decoder-only</a:t>
                      </a:r>
                    </a:p>
                  </a:txBody>
                  <a:tcPr marL="327638" marR="196583" marT="196583" marB="1965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GPT, LLaMA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Text generation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01094"/>
                  </a:ext>
                </a:extLst>
              </a:tr>
              <a:tr h="1144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Encoder-Decoder</a:t>
                      </a:r>
                    </a:p>
                  </a:txBody>
                  <a:tcPr marL="327638" marR="196583" marT="196583" marB="19658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T5, BART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Translation, Summarization</a:t>
                      </a:r>
                    </a:p>
                  </a:txBody>
                  <a:tcPr marL="327638" marR="196583" marT="196583" marB="19658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048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228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33F4-4E71-58C8-3A96-091FF1E1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Training of LLMs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F203A-82A7-A75B-950D-60AA76F38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Pretraining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Objective: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Predict the next word or fill in the blank (masked LM).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Data: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Huge internet-scale corpora (Wikipedia, books, code, GitHub, etc.).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Loss function: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Cross-entropy on token prediction.</a:t>
            </a:r>
          </a:p>
          <a:p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0858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1C1A-5875-ACE4-D0EF-1E505CE5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Training of LLMs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F401-6AA8-9485-19A0-8941CABC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08881"/>
            <a:ext cx="10691265" cy="435300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Fine-tuning</a:t>
            </a:r>
          </a:p>
          <a:p>
            <a:r>
              <a:rPr lang="en-US" dirty="0"/>
              <a:t>Train on specific tasks (e.g., sentiment analysis, chatbot replies).</a:t>
            </a:r>
          </a:p>
          <a:p>
            <a:r>
              <a:rPr lang="en-US" dirty="0"/>
              <a:t>Smaller data + supervised labels.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Instruction Tuning (e.g., ChatGPT, Gemini)</a:t>
            </a:r>
          </a:p>
          <a:p>
            <a:r>
              <a:rPr lang="en-US" dirty="0"/>
              <a:t>Model is trained to follow natural language instructions.</a:t>
            </a:r>
          </a:p>
          <a:p>
            <a:r>
              <a:rPr lang="en-US" dirty="0"/>
              <a:t>Uses curated prompts and responses.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Reinforcement Learning from Human Feedback (RLHF)</a:t>
            </a:r>
          </a:p>
          <a:p>
            <a:r>
              <a:rPr lang="en-US" dirty="0"/>
              <a:t>Uses human rankings of responses to improve alignment.</a:t>
            </a:r>
          </a:p>
          <a:p>
            <a:r>
              <a:rPr lang="en-US" dirty="0"/>
              <a:t>Trains a reward model to rank outputs.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1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7915-BD9E-FCF9-7D34-52154579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an LLM Works – Step-by-Step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54AD-0223-8349-B645-B1176A3A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78329"/>
            <a:ext cx="10691265" cy="4283559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Example Prompt:</a:t>
            </a:r>
            <a:endParaRPr lang="en-US" dirty="0"/>
          </a:p>
          <a:p>
            <a:r>
              <a:rPr lang="en-US" b="1" dirty="0"/>
              <a:t>“Translate ‘How are you?’ to Spanish”</a:t>
            </a:r>
            <a:endParaRPr lang="en-US" dirty="0"/>
          </a:p>
          <a:p>
            <a:r>
              <a:rPr lang="en-US" b="1" dirty="0"/>
              <a:t>Step 1: Tokenization</a:t>
            </a:r>
            <a:endParaRPr lang="en-US" dirty="0"/>
          </a:p>
          <a:p>
            <a:r>
              <a:rPr lang="en-US" dirty="0"/>
              <a:t>Breaks input into smaller units (tokens): ["Translate", "How", "are", "you", "?"]</a:t>
            </a:r>
          </a:p>
          <a:p>
            <a:r>
              <a:rPr lang="en-US" b="1" dirty="0"/>
              <a:t>Step 2: Embedding</a:t>
            </a:r>
            <a:endParaRPr lang="en-US" dirty="0"/>
          </a:p>
          <a:p>
            <a:r>
              <a:rPr lang="en-US" dirty="0"/>
              <a:t>Each token is mapped to a dense vector (e.g., 768-dimensional).</a:t>
            </a:r>
          </a:p>
          <a:p>
            <a:r>
              <a:rPr lang="en-US" b="1" dirty="0"/>
              <a:t>Step 3: Self-Attention</a:t>
            </a:r>
            <a:endParaRPr lang="en-US" dirty="0"/>
          </a:p>
          <a:p>
            <a:r>
              <a:rPr lang="en-US" dirty="0"/>
              <a:t>Each token looks at other tokens to get context.</a:t>
            </a:r>
          </a:p>
          <a:p>
            <a:r>
              <a:rPr lang="en-US" b="1" dirty="0"/>
              <a:t>Step 4: Output Prediction</a:t>
            </a:r>
            <a:endParaRPr lang="en-US" dirty="0"/>
          </a:p>
          <a:p>
            <a:r>
              <a:rPr lang="en-US" dirty="0"/>
              <a:t>Model predicts the next token (autoregressively or masked).</a:t>
            </a:r>
          </a:p>
          <a:p>
            <a:r>
              <a:rPr lang="en-US" b="1" dirty="0"/>
              <a:t>Step 5: Decoding</a:t>
            </a:r>
            <a:endParaRPr lang="en-US" dirty="0"/>
          </a:p>
          <a:p>
            <a:r>
              <a:rPr lang="en-US" dirty="0"/>
              <a:t>Tokens are converted back to text → "¿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estás</a:t>
            </a:r>
            <a:r>
              <a:rPr lang="en-US" dirty="0"/>
              <a:t>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027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56E8-F1AF-EBD1-390F-F5D4BF99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Parameters and Scaling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F8E437-9526-1662-37F1-D7C59A335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924419"/>
              </p:ext>
            </p:extLst>
          </p:nvPr>
        </p:nvGraphicFramePr>
        <p:xfrm>
          <a:off x="700088" y="3178175"/>
          <a:ext cx="10691812" cy="1828800"/>
        </p:xfrm>
        <a:graphic>
          <a:graphicData uri="http://schemas.openxmlformats.org/drawingml/2006/table">
            <a:tbl>
              <a:tblPr/>
              <a:tblGrid>
                <a:gridCol w="5345906">
                  <a:extLst>
                    <a:ext uri="{9D8B030D-6E8A-4147-A177-3AD203B41FA5}">
                      <a16:colId xmlns:a16="http://schemas.microsoft.com/office/drawing/2014/main" val="1291670971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321297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Model</a:t>
                      </a:r>
                      <a:endParaRPr lang="en-US">
                        <a:latin typeface="Futura Medium" panose="020B0602020204020303" pitchFamily="34" charset="-79"/>
                        <a:cs typeface="Futura Medium" panose="020B06020202040203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Parameters</a:t>
                      </a:r>
                      <a:endParaRPr lang="en-US">
                        <a:latin typeface="Futura Medium" panose="020B0602020204020303" pitchFamily="34" charset="-79"/>
                        <a:cs typeface="Futura Medium" panose="020B0602020204020303" pitchFamily="34" charset="-79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GPT-2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1.5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24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GPT-3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175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616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GPT-4 (est.)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&gt;500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80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Gemini 1.5 Pro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Futura Medium" panose="020B0602020204020303" pitchFamily="34" charset="-79"/>
                          <a:cs typeface="Futura Medium" panose="020B0602020204020303" pitchFamily="34" charset="-79"/>
                        </a:rPr>
                        <a:t>~1 Trillion (est.)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5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738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merging Architecture and Stack for LLM Apps">
            <a:extLst>
              <a:ext uri="{FF2B5EF4-FFF2-40B4-BE49-F238E27FC236}">
                <a16:creationId xmlns:a16="http://schemas.microsoft.com/office/drawing/2014/main" id="{AAB4148F-CBF8-903B-2880-4AF6A815A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778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61C0-BA99-07B9-0427-C326F3D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 of LLMs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EDD9-977B-F4DA-E0CD-127F44972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Hallucination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Generates believable but false info.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Bias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: Inherited from training data.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Lack of reasoning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(without prompt engineering or plugins).</a:t>
            </a: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Token Limitations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(Gemini 1.5 supports up to 1M tokens in context).</a:t>
            </a:r>
          </a:p>
          <a:p>
            <a:pPr marL="0" indent="0">
              <a:buNone/>
            </a:pP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6198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2EFF-1FAC-3444-99A8-CE6E23CB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Interview Questions (LLM-Focused)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E94FA-BFCB-55A8-FFEE-7079EE4C5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55180"/>
            <a:ext cx="10691265" cy="4306708"/>
          </a:xfrm>
        </p:spPr>
        <p:txBody>
          <a:bodyPr/>
          <a:lstStyle/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What is the Transformer architecture and why is it used in LLMs?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How does self-attention work?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Difference between encoder-only and decoder-only models?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What is the role of positional encoding?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How do you reduce hallucination in LLMs?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What is prompt tuning vs fine-tuning vs RLHF?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Compare GPT vs BERT vs T5 vs Gemini.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r>
              <a:rPr lang="en-US" b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Explain tokenization and how it affects performance.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185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91B2-154E-4862-C30E-5F2A4D3C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Prompt Engineering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CCA8-4E1B-F7EE-387C-4BA7C2BB0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Zero-shot Prompting</a:t>
            </a:r>
            <a:endParaRPr lang="en-US" dirty="0"/>
          </a:p>
          <a:p>
            <a:r>
              <a:rPr lang="en-US" b="1" dirty="0"/>
              <a:t>Concept:</a:t>
            </a:r>
            <a:endParaRPr lang="en-US" dirty="0"/>
          </a:p>
          <a:p>
            <a:r>
              <a:rPr lang="en-US" dirty="0"/>
              <a:t>You provide the model a </a:t>
            </a:r>
            <a:r>
              <a:rPr lang="en-US" b="1" dirty="0"/>
              <a:t>task</a:t>
            </a:r>
            <a:r>
              <a:rPr lang="en-US" dirty="0"/>
              <a:t> directly — without giving it any examples.</a:t>
            </a:r>
          </a:p>
          <a:p>
            <a:r>
              <a:rPr lang="en-US" b="1" dirty="0"/>
              <a:t>Format:</a:t>
            </a:r>
          </a:p>
          <a:p>
            <a:r>
              <a:rPr lang="en-US" dirty="0">
                <a:latin typeface="Andale Mono" panose="020B0509000000000004" pitchFamily="49" charset="0"/>
              </a:rPr>
              <a:t>“Translate this to Spanish: "Where is the bathroom?”</a:t>
            </a:r>
          </a:p>
          <a:p>
            <a:r>
              <a:rPr lang="en-US" b="1" dirty="0"/>
              <a:t>Use Case:</a:t>
            </a:r>
            <a:endParaRPr lang="en-US" dirty="0"/>
          </a:p>
          <a:p>
            <a:r>
              <a:rPr lang="en-US" dirty="0"/>
              <a:t>Simple tasks, direct questions, factual lookups.</a:t>
            </a:r>
          </a:p>
          <a:p>
            <a:r>
              <a:rPr lang="en-US" b="1" dirty="0"/>
              <a:t>Limitation:</a:t>
            </a:r>
          </a:p>
          <a:p>
            <a:r>
              <a:rPr lang="en-US" dirty="0"/>
              <a:t>Fails with complex or ambiguous instructions.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507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EA88-BAE6-A722-14F8-8724FA7D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CE30-37A3-A912-D5FC-B82A5902A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Few-shot Prompting</a:t>
            </a:r>
          </a:p>
          <a:p>
            <a:r>
              <a:rPr lang="en-US" b="1" dirty="0"/>
              <a:t>Concept:</a:t>
            </a:r>
          </a:p>
          <a:p>
            <a:r>
              <a:rPr lang="en-US" dirty="0"/>
              <a:t>You provide </a:t>
            </a:r>
            <a:r>
              <a:rPr lang="en-US" b="1" dirty="0"/>
              <a:t>a few input-output examples</a:t>
            </a:r>
            <a:r>
              <a:rPr lang="en-US" dirty="0"/>
              <a:t> in the prompt to teach the model the pattern.</a:t>
            </a:r>
          </a:p>
          <a:p>
            <a:r>
              <a:rPr lang="en-US" b="1" dirty="0"/>
              <a:t>Format:</a:t>
            </a:r>
          </a:p>
          <a:p>
            <a:pPr marL="0" indent="0">
              <a:buNone/>
            </a:pPr>
            <a:r>
              <a:rPr lang="en-US" sz="1600" dirty="0">
                <a:latin typeface="Andale Mono" panose="020B0509000000000004" pitchFamily="49" charset="0"/>
              </a:rPr>
              <a:t>Translate these to Spanish:</a:t>
            </a:r>
          </a:p>
          <a:p>
            <a:pPr marL="0" indent="0">
              <a:buNone/>
            </a:pPr>
            <a:r>
              <a:rPr lang="en-US" sz="1600" dirty="0">
                <a:latin typeface="Andale Mono" panose="020B0509000000000004" pitchFamily="49" charset="0"/>
              </a:rPr>
              <a:t>English: Hello → Spanish: Hola</a:t>
            </a:r>
          </a:p>
          <a:p>
            <a:pPr marL="0" indent="0">
              <a:buNone/>
            </a:pPr>
            <a:r>
              <a:rPr lang="en-US" sz="1600" dirty="0">
                <a:latin typeface="Andale Mono" panose="020B0509000000000004" pitchFamily="49" charset="0"/>
              </a:rPr>
              <a:t>English: Good night → Spanish: </a:t>
            </a:r>
            <a:r>
              <a:rPr lang="en-US" sz="1600" dirty="0" err="1">
                <a:latin typeface="Andale Mono" panose="020B0509000000000004" pitchFamily="49" charset="0"/>
              </a:rPr>
              <a:t>Buenas</a:t>
            </a:r>
            <a:r>
              <a:rPr lang="en-US" sz="1600" dirty="0">
                <a:latin typeface="Andale Mono" panose="020B0509000000000004" pitchFamily="49" charset="0"/>
              </a:rPr>
              <a:t> </a:t>
            </a:r>
            <a:r>
              <a:rPr lang="en-US" sz="1600" dirty="0" err="1">
                <a:latin typeface="Andale Mono" panose="020B0509000000000004" pitchFamily="49" charset="0"/>
              </a:rPr>
              <a:t>noches</a:t>
            </a:r>
            <a:endParaRPr lang="en-US" sz="16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Andale Mono" panose="020B0509000000000004" pitchFamily="49" charset="0"/>
              </a:rPr>
              <a:t>English: Where is the bathroom? →</a:t>
            </a:r>
          </a:p>
        </p:txBody>
      </p:sp>
    </p:spTree>
    <p:extLst>
      <p:ext uri="{BB962C8B-B14F-4D97-AF65-F5344CB8AC3E}">
        <p14:creationId xmlns:p14="http://schemas.microsoft.com/office/powerpoint/2010/main" val="347594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0A4A-94E6-EB41-C236-427B975F3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4247-9FAD-2ED9-AEED-D71E2BA9B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Chain-of-Thought Prompting (</a:t>
            </a:r>
            <a:r>
              <a:rPr lang="en-US" b="1" dirty="0" err="1"/>
              <a:t>CoT</a:t>
            </a:r>
            <a:r>
              <a:rPr lang="en-US" b="1" dirty="0"/>
              <a:t>)</a:t>
            </a:r>
          </a:p>
          <a:p>
            <a:r>
              <a:rPr lang="en-US" b="1" dirty="0"/>
              <a:t>Concept:</a:t>
            </a:r>
          </a:p>
          <a:p>
            <a:r>
              <a:rPr lang="en-US" dirty="0"/>
              <a:t>You guide the model to </a:t>
            </a:r>
            <a:r>
              <a:rPr lang="en-US" b="1" dirty="0"/>
              <a:t>reason step by step</a:t>
            </a:r>
            <a:r>
              <a:rPr lang="en-US" dirty="0"/>
              <a:t> before giving the final answer.</a:t>
            </a:r>
          </a:p>
          <a:p>
            <a:r>
              <a:rPr lang="en-US" b="1" dirty="0"/>
              <a:t>Format: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Q: A train leaves at 3:00 PM and takes 4 hours to reach its destination. What time will it arrive?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A: Let's think step by step.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Step 1: The train departs at 3:00 PM.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Step 2: It travels for 4 hours.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Step 3: 3:00 PM + 4 hours = 7:00 PM.</a:t>
            </a:r>
          </a:p>
          <a:p>
            <a:pPr marL="0" indent="0">
              <a:buNone/>
            </a:pPr>
            <a:r>
              <a:rPr lang="en-US" sz="1300" dirty="0">
                <a:latin typeface="Andale Mono" panose="020B0509000000000004" pitchFamily="49" charset="0"/>
              </a:rPr>
              <a:t>Answer: 7:00 PM</a:t>
            </a:r>
          </a:p>
        </p:txBody>
      </p:sp>
    </p:spTree>
    <p:extLst>
      <p:ext uri="{BB962C8B-B14F-4D97-AF65-F5344CB8AC3E}">
        <p14:creationId xmlns:p14="http://schemas.microsoft.com/office/powerpoint/2010/main" val="9073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B48D-2D4F-1747-B1A9-FD07238B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2C5E-97E0-7E74-8F42-18E045C33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Role Prompting</a:t>
            </a:r>
          </a:p>
          <a:p>
            <a:r>
              <a:rPr lang="en-US" b="1" dirty="0"/>
              <a:t>Concept:</a:t>
            </a:r>
          </a:p>
          <a:p>
            <a:r>
              <a:rPr lang="en-US" dirty="0"/>
              <a:t>Instruct the model to </a:t>
            </a:r>
            <a:r>
              <a:rPr lang="en-US" b="1" dirty="0"/>
              <a:t>act as a specific persona</a:t>
            </a:r>
            <a:r>
              <a:rPr lang="en-US" dirty="0"/>
              <a:t> or expert.</a:t>
            </a:r>
          </a:p>
          <a:p>
            <a:r>
              <a:rPr lang="en-US" b="1" dirty="0"/>
              <a:t>Format:</a:t>
            </a:r>
          </a:p>
          <a:p>
            <a:pPr marL="0" indent="0">
              <a:buNone/>
            </a:pPr>
            <a:r>
              <a:rPr lang="en-US" sz="1600" b="1" dirty="0">
                <a:latin typeface="Andale Mono" panose="020B0509000000000004" pitchFamily="49" charset="0"/>
              </a:rPr>
              <a:t>“You are a legal expert. Summarize this legal document in plain language.”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Use Case:</a:t>
            </a:r>
          </a:p>
          <a:p>
            <a:r>
              <a:rPr lang="en-US" dirty="0"/>
              <a:t>Chatbots, simulations, domain-specific assistance.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94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FB6-D35F-BE18-B477-12EF92D1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Prompt Engineering Techniques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AC9E-FD39-A9CF-0280-C0814D844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Self-Consistency Prompting</a:t>
            </a:r>
          </a:p>
          <a:p>
            <a:r>
              <a:rPr lang="en-US" b="1" dirty="0"/>
              <a:t>Concept:</a:t>
            </a:r>
          </a:p>
          <a:p>
            <a:r>
              <a:rPr lang="en-US" dirty="0"/>
              <a:t>Generate </a:t>
            </a:r>
            <a:r>
              <a:rPr lang="en-US" b="1" dirty="0"/>
              <a:t>multiple </a:t>
            </a:r>
            <a:r>
              <a:rPr lang="en-US" b="1" dirty="0" err="1"/>
              <a:t>CoT</a:t>
            </a:r>
            <a:r>
              <a:rPr lang="en-US" b="1" dirty="0"/>
              <a:t> outputs</a:t>
            </a:r>
            <a:r>
              <a:rPr lang="en-US" dirty="0"/>
              <a:t>, then </a:t>
            </a:r>
            <a:r>
              <a:rPr lang="en-US" b="1" dirty="0"/>
              <a:t>vote</a:t>
            </a:r>
            <a:r>
              <a:rPr lang="en-US" dirty="0"/>
              <a:t> or choose the most common answer.</a:t>
            </a:r>
          </a:p>
          <a:p>
            <a:r>
              <a:rPr lang="en-US" b="1" dirty="0"/>
              <a:t>Format:</a:t>
            </a:r>
          </a:p>
          <a:p>
            <a:r>
              <a:rPr lang="en-US" dirty="0"/>
              <a:t>Ask model to solve same problem multiple times.</a:t>
            </a:r>
          </a:p>
          <a:p>
            <a:r>
              <a:rPr lang="en-US" dirty="0"/>
              <a:t>Choose the most frequent result.</a:t>
            </a:r>
          </a:p>
          <a:p>
            <a:r>
              <a:rPr lang="en-US" b="1" dirty="0"/>
              <a:t>Use Case:</a:t>
            </a:r>
            <a:endParaRPr lang="en-US" dirty="0"/>
          </a:p>
          <a:p>
            <a:r>
              <a:rPr lang="en-US" dirty="0"/>
              <a:t>Improves correctness on math/reasoning.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84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8171</TotalTime>
  <Words>1048</Words>
  <Application>Microsoft Macintosh PowerPoint</Application>
  <PresentationFormat>Widescreen</PresentationFormat>
  <Paragraphs>164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Andale Mono</vt:lpstr>
      <vt:lpstr>Aptos</vt:lpstr>
      <vt:lpstr>Arial</vt:lpstr>
      <vt:lpstr>Calisto MT</vt:lpstr>
      <vt:lpstr>Futura Medium</vt:lpstr>
      <vt:lpstr>Futura Medium</vt:lpstr>
      <vt:lpstr>Univers Condensed</vt:lpstr>
      <vt:lpstr>ChronicleVTI</vt:lpstr>
      <vt:lpstr>Large Language Models (LLMs) &amp; Prompt Engineering  </vt:lpstr>
      <vt:lpstr>What are LLMs?</vt:lpstr>
      <vt:lpstr>Key Features of LLMs</vt:lpstr>
      <vt:lpstr>Applications of LLMs</vt:lpstr>
      <vt:lpstr>Key Industry Models </vt:lpstr>
      <vt:lpstr>Industrial Applications </vt:lpstr>
      <vt:lpstr>Architecture of LLMs</vt:lpstr>
      <vt:lpstr>PowerPoint Presentation</vt:lpstr>
      <vt:lpstr>Transformer Components:</vt:lpstr>
      <vt:lpstr>Types of Transformer-Based LLMs </vt:lpstr>
      <vt:lpstr>Training of LLMs</vt:lpstr>
      <vt:lpstr>Training of LLMs</vt:lpstr>
      <vt:lpstr>How an LLM Works – Step-by-Step</vt:lpstr>
      <vt:lpstr>Parameters and Scaling</vt:lpstr>
      <vt:lpstr>PowerPoint Presentation</vt:lpstr>
      <vt:lpstr>Limitations of LLMs</vt:lpstr>
      <vt:lpstr>Key Interview Questions (LLM-Focused)</vt:lpstr>
      <vt:lpstr>Prompt Engineering Techniques</vt:lpstr>
      <vt:lpstr>Prompt Engineering Techniques</vt:lpstr>
      <vt:lpstr>Prompt Engineering Techniques</vt:lpstr>
      <vt:lpstr>Prompt Engineering Techniques</vt:lpstr>
      <vt:lpstr>Prompt Engineering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Ram Manohar Nisarg NS</dc:creator>
  <cp:lastModifiedBy>Dr. Ram Manohar Nisarg NS</cp:lastModifiedBy>
  <cp:revision>6</cp:revision>
  <dcterms:created xsi:type="dcterms:W3CDTF">2025-06-05T16:38:34Z</dcterms:created>
  <dcterms:modified xsi:type="dcterms:W3CDTF">2025-06-16T03:51:02Z</dcterms:modified>
</cp:coreProperties>
</file>