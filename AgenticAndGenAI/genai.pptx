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5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7F2795B-AE63-5F43-8FD9-A4D713FB1DEF}">
          <p14:sldIdLst>
            <p14:sldId id="256"/>
            <p14:sldId id="257"/>
            <p14:sldId id="258"/>
            <p14:sldId id="259"/>
            <p14:sldId id="260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LLM" id="{CDECA5F1-CF65-594A-9C11-56BB966103FE}">
          <p14:sldIdLst>
            <p14:sldId id="272"/>
            <p14:sldId id="275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29"/>
    <p:restoredTop sz="94660"/>
  </p:normalViewPr>
  <p:slideViewPr>
    <p:cSldViewPr snapToGrid="0">
      <p:cViewPr varScale="1">
        <p:scale>
          <a:sx n="110" d="100"/>
          <a:sy n="110" d="100"/>
        </p:scale>
        <p:origin x="3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E8AEAD-C9B8-4384-8A17-F791248057B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AFE4749-EB1D-4D85-A626-7B181B76B4CF}">
      <dgm:prSet/>
      <dgm:spPr/>
      <dgm:t>
        <a:bodyPr/>
        <a:lstStyle/>
        <a:p>
          <a:r>
            <a:rPr lang="en-US"/>
            <a:t>Generative AI has evolved significantly over the years:</a:t>
          </a:r>
        </a:p>
      </dgm:t>
    </dgm:pt>
    <dgm:pt modelId="{2A1C895A-5CDF-4BB5-A393-B84ED9C6EC38}" type="parTrans" cxnId="{BE6142FE-B08A-4797-8442-4AB0CEA7AAC8}">
      <dgm:prSet/>
      <dgm:spPr/>
      <dgm:t>
        <a:bodyPr/>
        <a:lstStyle/>
        <a:p>
          <a:endParaRPr lang="en-US"/>
        </a:p>
      </dgm:t>
    </dgm:pt>
    <dgm:pt modelId="{126379CC-5C84-444F-8987-66137DFCD6B3}" type="sibTrans" cxnId="{BE6142FE-B08A-4797-8442-4AB0CEA7AAC8}">
      <dgm:prSet/>
      <dgm:spPr/>
      <dgm:t>
        <a:bodyPr/>
        <a:lstStyle/>
        <a:p>
          <a:endParaRPr lang="en-US"/>
        </a:p>
      </dgm:t>
    </dgm:pt>
    <dgm:pt modelId="{B6C5DFBE-AAF6-4E5C-875A-F89482976406}">
      <dgm:prSet/>
      <dgm:spPr/>
      <dgm:t>
        <a:bodyPr/>
        <a:lstStyle/>
        <a:p>
          <a:r>
            <a:rPr lang="en-US"/>
            <a:t>• </a:t>
          </a:r>
          <a:r>
            <a:rPr lang="en-US" b="1"/>
            <a:t>2000s:</a:t>
          </a:r>
          <a:r>
            <a:rPr lang="en-US"/>
            <a:t> Early statistical methods (e.g., Markov Chains, Hidden Markov Models)</a:t>
          </a:r>
        </a:p>
      </dgm:t>
    </dgm:pt>
    <dgm:pt modelId="{1BF29153-D426-4384-8BC2-FBB52B582969}" type="parTrans" cxnId="{25C9C299-7F79-4133-B195-20DC020E3C93}">
      <dgm:prSet/>
      <dgm:spPr/>
      <dgm:t>
        <a:bodyPr/>
        <a:lstStyle/>
        <a:p>
          <a:endParaRPr lang="en-US"/>
        </a:p>
      </dgm:t>
    </dgm:pt>
    <dgm:pt modelId="{561EEC0C-0260-4A9C-AB5D-98BBEB75813B}" type="sibTrans" cxnId="{25C9C299-7F79-4133-B195-20DC020E3C93}">
      <dgm:prSet/>
      <dgm:spPr/>
      <dgm:t>
        <a:bodyPr/>
        <a:lstStyle/>
        <a:p>
          <a:endParaRPr lang="en-US"/>
        </a:p>
      </dgm:t>
    </dgm:pt>
    <dgm:pt modelId="{7866AD86-E4B9-46BD-811C-1518CD1DAF59}">
      <dgm:prSet/>
      <dgm:spPr/>
      <dgm:t>
        <a:bodyPr/>
        <a:lstStyle/>
        <a:p>
          <a:r>
            <a:rPr lang="en-US"/>
            <a:t>• </a:t>
          </a:r>
          <a:r>
            <a:rPr lang="en-US" b="1"/>
            <a:t>2014:</a:t>
          </a:r>
          <a:r>
            <a:rPr lang="en-US"/>
            <a:t> Generative Adversarial Networks (GANs) introduced by Ian Goodfellow</a:t>
          </a:r>
        </a:p>
      </dgm:t>
    </dgm:pt>
    <dgm:pt modelId="{A8D80151-3803-415A-99D0-C2DCBC53B513}" type="parTrans" cxnId="{EF693E99-891C-44AA-A20F-95E9F92E5820}">
      <dgm:prSet/>
      <dgm:spPr/>
      <dgm:t>
        <a:bodyPr/>
        <a:lstStyle/>
        <a:p>
          <a:endParaRPr lang="en-US"/>
        </a:p>
      </dgm:t>
    </dgm:pt>
    <dgm:pt modelId="{8165CA08-C9CF-43BC-B41F-7F5BCB7FFD40}" type="sibTrans" cxnId="{EF693E99-891C-44AA-A20F-95E9F92E5820}">
      <dgm:prSet/>
      <dgm:spPr/>
      <dgm:t>
        <a:bodyPr/>
        <a:lstStyle/>
        <a:p>
          <a:endParaRPr lang="en-US"/>
        </a:p>
      </dgm:t>
    </dgm:pt>
    <dgm:pt modelId="{442B7BC6-F35C-4BBA-B308-BC0CDA97D560}">
      <dgm:prSet/>
      <dgm:spPr/>
      <dgm:t>
        <a:bodyPr/>
        <a:lstStyle/>
        <a:p>
          <a:r>
            <a:rPr lang="en-US"/>
            <a:t>• </a:t>
          </a:r>
          <a:r>
            <a:rPr lang="en-US" b="1"/>
            <a:t>2017:</a:t>
          </a:r>
          <a:r>
            <a:rPr lang="en-US"/>
            <a:t> Transformer architecture introduced (led to powerful LLMs like GPT, BERT)</a:t>
          </a:r>
        </a:p>
      </dgm:t>
    </dgm:pt>
    <dgm:pt modelId="{6DF21D53-0309-4465-8769-19D71540F7AB}" type="parTrans" cxnId="{95CDCCAB-5B40-4FB7-BCF0-FBDBEB819D4A}">
      <dgm:prSet/>
      <dgm:spPr/>
      <dgm:t>
        <a:bodyPr/>
        <a:lstStyle/>
        <a:p>
          <a:endParaRPr lang="en-US"/>
        </a:p>
      </dgm:t>
    </dgm:pt>
    <dgm:pt modelId="{C094E9B9-B085-4D07-9B0A-18E91DF0B4FC}" type="sibTrans" cxnId="{95CDCCAB-5B40-4FB7-BCF0-FBDBEB819D4A}">
      <dgm:prSet/>
      <dgm:spPr/>
      <dgm:t>
        <a:bodyPr/>
        <a:lstStyle/>
        <a:p>
          <a:endParaRPr lang="en-US"/>
        </a:p>
      </dgm:t>
    </dgm:pt>
    <dgm:pt modelId="{69305210-F74A-4B47-AFEA-594FC82B06A2}">
      <dgm:prSet/>
      <dgm:spPr/>
      <dgm:t>
        <a:bodyPr/>
        <a:lstStyle/>
        <a:p>
          <a:r>
            <a:rPr lang="en-US"/>
            <a:t>• </a:t>
          </a:r>
          <a:r>
            <a:rPr lang="en-US" b="1"/>
            <a:t>2020s:</a:t>
          </a:r>
          <a:r>
            <a:rPr lang="en-US"/>
            <a:t> AI systems like </a:t>
          </a:r>
          <a:r>
            <a:rPr lang="en-US" b="1"/>
            <a:t>DALL·E, Stable Diffusion, and ChatGPT</a:t>
          </a:r>
          <a:r>
            <a:rPr lang="en-US"/>
            <a:t> revolutionized text, image, and video generation</a:t>
          </a:r>
        </a:p>
      </dgm:t>
    </dgm:pt>
    <dgm:pt modelId="{0504775E-8B66-4543-867F-12177588B166}" type="parTrans" cxnId="{527E98C7-274C-4EBF-9B3F-6848F1E96C50}">
      <dgm:prSet/>
      <dgm:spPr/>
      <dgm:t>
        <a:bodyPr/>
        <a:lstStyle/>
        <a:p>
          <a:endParaRPr lang="en-US"/>
        </a:p>
      </dgm:t>
    </dgm:pt>
    <dgm:pt modelId="{92B47D59-D2C4-4639-ABE8-C6BA3195AA42}" type="sibTrans" cxnId="{527E98C7-274C-4EBF-9B3F-6848F1E96C50}">
      <dgm:prSet/>
      <dgm:spPr/>
      <dgm:t>
        <a:bodyPr/>
        <a:lstStyle/>
        <a:p>
          <a:endParaRPr lang="en-US"/>
        </a:p>
      </dgm:t>
    </dgm:pt>
    <dgm:pt modelId="{ECBBCB4C-60B4-4E80-A855-69085BCB4450}">
      <dgm:prSet/>
      <dgm:spPr/>
      <dgm:t>
        <a:bodyPr/>
        <a:lstStyle/>
        <a:p>
          <a:r>
            <a:rPr lang="en-US"/>
            <a:t>• </a:t>
          </a:r>
          <a:r>
            <a:rPr lang="en-US" b="1"/>
            <a:t>2023-Present:</a:t>
          </a:r>
          <a:r>
            <a:rPr lang="en-US"/>
            <a:t> Rise of </a:t>
          </a:r>
          <a:r>
            <a:rPr lang="en-US" b="1"/>
            <a:t>Agentic AI</a:t>
          </a:r>
          <a:r>
            <a:rPr lang="en-US"/>
            <a:t> where AI can autonomously interact with tools and APIs to complete tasks</a:t>
          </a:r>
        </a:p>
      </dgm:t>
    </dgm:pt>
    <dgm:pt modelId="{1C803DBD-2784-4BAF-AAE9-5BBB22C2D88A}" type="parTrans" cxnId="{C04DAC69-A479-4733-882C-EEE8BF5A17E9}">
      <dgm:prSet/>
      <dgm:spPr/>
      <dgm:t>
        <a:bodyPr/>
        <a:lstStyle/>
        <a:p>
          <a:endParaRPr lang="en-US"/>
        </a:p>
      </dgm:t>
    </dgm:pt>
    <dgm:pt modelId="{038EA0D9-69D0-4CE5-BAF9-AFCD2E647C6F}" type="sibTrans" cxnId="{C04DAC69-A479-4733-882C-EEE8BF5A17E9}">
      <dgm:prSet/>
      <dgm:spPr/>
      <dgm:t>
        <a:bodyPr/>
        <a:lstStyle/>
        <a:p>
          <a:endParaRPr lang="en-US"/>
        </a:p>
      </dgm:t>
    </dgm:pt>
    <dgm:pt modelId="{5179BDDD-CDFD-46AA-BF45-A93B1E1A3CCD}" type="pres">
      <dgm:prSet presAssocID="{7AE8AEAD-C9B8-4384-8A17-F791248057BF}" presName="root" presStyleCnt="0">
        <dgm:presLayoutVars>
          <dgm:dir/>
          <dgm:resizeHandles val="exact"/>
        </dgm:presLayoutVars>
      </dgm:prSet>
      <dgm:spPr/>
    </dgm:pt>
    <dgm:pt modelId="{0D801E77-0B19-4DF0-848E-8C580DDFA867}" type="pres">
      <dgm:prSet presAssocID="{1AFE4749-EB1D-4D85-A626-7B181B76B4CF}" presName="compNode" presStyleCnt="0"/>
      <dgm:spPr/>
    </dgm:pt>
    <dgm:pt modelId="{FA3E87EF-83CA-4FDE-8DBC-B665AF4F8E25}" type="pres">
      <dgm:prSet presAssocID="{1AFE4749-EB1D-4D85-A626-7B181B76B4C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52583D56-9287-45EB-844C-3DFC5372C9D3}" type="pres">
      <dgm:prSet presAssocID="{1AFE4749-EB1D-4D85-A626-7B181B76B4CF}" presName="spaceRect" presStyleCnt="0"/>
      <dgm:spPr/>
    </dgm:pt>
    <dgm:pt modelId="{104EFACE-0C4F-47E9-9DD0-32C35D29D42C}" type="pres">
      <dgm:prSet presAssocID="{1AFE4749-EB1D-4D85-A626-7B181B76B4CF}" presName="textRect" presStyleLbl="revTx" presStyleIdx="0" presStyleCnt="6">
        <dgm:presLayoutVars>
          <dgm:chMax val="1"/>
          <dgm:chPref val="1"/>
        </dgm:presLayoutVars>
      </dgm:prSet>
      <dgm:spPr/>
    </dgm:pt>
    <dgm:pt modelId="{FC0DD09A-A146-4352-99CF-AAE237799951}" type="pres">
      <dgm:prSet presAssocID="{126379CC-5C84-444F-8987-66137DFCD6B3}" presName="sibTrans" presStyleCnt="0"/>
      <dgm:spPr/>
    </dgm:pt>
    <dgm:pt modelId="{29A673F8-450E-48E6-8A8F-E7B8F3D69D23}" type="pres">
      <dgm:prSet presAssocID="{B6C5DFBE-AAF6-4E5C-875A-F89482976406}" presName="compNode" presStyleCnt="0"/>
      <dgm:spPr/>
    </dgm:pt>
    <dgm:pt modelId="{10F78982-7A52-4CD0-AE7F-F8893FFCE57D}" type="pres">
      <dgm:prSet presAssocID="{B6C5DFBE-AAF6-4E5C-875A-F8948297640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848D6890-3312-40E2-AE7B-6775EE75FACA}" type="pres">
      <dgm:prSet presAssocID="{B6C5DFBE-AAF6-4E5C-875A-F89482976406}" presName="spaceRect" presStyleCnt="0"/>
      <dgm:spPr/>
    </dgm:pt>
    <dgm:pt modelId="{1397C86A-683E-49D2-8C90-6A3E9A04D32E}" type="pres">
      <dgm:prSet presAssocID="{B6C5DFBE-AAF6-4E5C-875A-F89482976406}" presName="textRect" presStyleLbl="revTx" presStyleIdx="1" presStyleCnt="6">
        <dgm:presLayoutVars>
          <dgm:chMax val="1"/>
          <dgm:chPref val="1"/>
        </dgm:presLayoutVars>
      </dgm:prSet>
      <dgm:spPr/>
    </dgm:pt>
    <dgm:pt modelId="{DCD1BA53-E489-4AA4-8A9B-4DB92C6CAB2C}" type="pres">
      <dgm:prSet presAssocID="{561EEC0C-0260-4A9C-AB5D-98BBEB75813B}" presName="sibTrans" presStyleCnt="0"/>
      <dgm:spPr/>
    </dgm:pt>
    <dgm:pt modelId="{BEBEEDFD-407F-4657-9919-D0CC836AF2DB}" type="pres">
      <dgm:prSet presAssocID="{7866AD86-E4B9-46BD-811C-1518CD1DAF59}" presName="compNode" presStyleCnt="0"/>
      <dgm:spPr/>
    </dgm:pt>
    <dgm:pt modelId="{AAFD152F-3661-484B-ADB9-87A03F0398C4}" type="pres">
      <dgm:prSet presAssocID="{7866AD86-E4B9-46BD-811C-1518CD1DAF5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1C98C4B5-8D20-4977-B65D-EDCF29268D42}" type="pres">
      <dgm:prSet presAssocID="{7866AD86-E4B9-46BD-811C-1518CD1DAF59}" presName="spaceRect" presStyleCnt="0"/>
      <dgm:spPr/>
    </dgm:pt>
    <dgm:pt modelId="{D31C546F-86EC-4E52-918C-7AE0A4C3F77A}" type="pres">
      <dgm:prSet presAssocID="{7866AD86-E4B9-46BD-811C-1518CD1DAF59}" presName="textRect" presStyleLbl="revTx" presStyleIdx="2" presStyleCnt="6">
        <dgm:presLayoutVars>
          <dgm:chMax val="1"/>
          <dgm:chPref val="1"/>
        </dgm:presLayoutVars>
      </dgm:prSet>
      <dgm:spPr/>
    </dgm:pt>
    <dgm:pt modelId="{C26E9240-B0AF-4B1F-A563-5CE12808C2B9}" type="pres">
      <dgm:prSet presAssocID="{8165CA08-C9CF-43BC-B41F-7F5BCB7FFD40}" presName="sibTrans" presStyleCnt="0"/>
      <dgm:spPr/>
    </dgm:pt>
    <dgm:pt modelId="{F80810B0-B7E3-4841-80F8-DE977CB42742}" type="pres">
      <dgm:prSet presAssocID="{442B7BC6-F35C-4BBA-B308-BC0CDA97D560}" presName="compNode" presStyleCnt="0"/>
      <dgm:spPr/>
    </dgm:pt>
    <dgm:pt modelId="{A541114A-2464-49AF-AEA6-699A615C15E4}" type="pres">
      <dgm:prSet presAssocID="{442B7BC6-F35C-4BBA-B308-BC0CDA97D56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31119EC-D04B-4393-8B0F-B76508AAD908}" type="pres">
      <dgm:prSet presAssocID="{442B7BC6-F35C-4BBA-B308-BC0CDA97D560}" presName="spaceRect" presStyleCnt="0"/>
      <dgm:spPr/>
    </dgm:pt>
    <dgm:pt modelId="{11DA3B83-4A2E-46F5-9E82-4A4D4596501C}" type="pres">
      <dgm:prSet presAssocID="{442B7BC6-F35C-4BBA-B308-BC0CDA97D560}" presName="textRect" presStyleLbl="revTx" presStyleIdx="3" presStyleCnt="6">
        <dgm:presLayoutVars>
          <dgm:chMax val="1"/>
          <dgm:chPref val="1"/>
        </dgm:presLayoutVars>
      </dgm:prSet>
      <dgm:spPr/>
    </dgm:pt>
    <dgm:pt modelId="{3EBF1C13-4212-485B-A7AF-406B90B7FD06}" type="pres">
      <dgm:prSet presAssocID="{C094E9B9-B085-4D07-9B0A-18E91DF0B4FC}" presName="sibTrans" presStyleCnt="0"/>
      <dgm:spPr/>
    </dgm:pt>
    <dgm:pt modelId="{306BB9D5-1716-46B3-9577-6CCC55A2D350}" type="pres">
      <dgm:prSet presAssocID="{69305210-F74A-4B47-AFEA-594FC82B06A2}" presName="compNode" presStyleCnt="0"/>
      <dgm:spPr/>
    </dgm:pt>
    <dgm:pt modelId="{AFB8E36A-C246-4F01-8ABF-5693BDE61801}" type="pres">
      <dgm:prSet presAssocID="{69305210-F74A-4B47-AFEA-594FC82B06A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5C9249A-0ACD-4BA6-AA69-A931FA6A7CFB}" type="pres">
      <dgm:prSet presAssocID="{69305210-F74A-4B47-AFEA-594FC82B06A2}" presName="spaceRect" presStyleCnt="0"/>
      <dgm:spPr/>
    </dgm:pt>
    <dgm:pt modelId="{45546F26-183D-4D1A-8279-60A96AD60C2A}" type="pres">
      <dgm:prSet presAssocID="{69305210-F74A-4B47-AFEA-594FC82B06A2}" presName="textRect" presStyleLbl="revTx" presStyleIdx="4" presStyleCnt="6">
        <dgm:presLayoutVars>
          <dgm:chMax val="1"/>
          <dgm:chPref val="1"/>
        </dgm:presLayoutVars>
      </dgm:prSet>
      <dgm:spPr/>
    </dgm:pt>
    <dgm:pt modelId="{4EDF8347-A4B9-4AC8-BCFD-DAED4730BB70}" type="pres">
      <dgm:prSet presAssocID="{92B47D59-D2C4-4639-ABE8-C6BA3195AA42}" presName="sibTrans" presStyleCnt="0"/>
      <dgm:spPr/>
    </dgm:pt>
    <dgm:pt modelId="{67185671-9C57-4442-A685-EC2D2512CCC0}" type="pres">
      <dgm:prSet presAssocID="{ECBBCB4C-60B4-4E80-A855-69085BCB4450}" presName="compNode" presStyleCnt="0"/>
      <dgm:spPr/>
    </dgm:pt>
    <dgm:pt modelId="{2725B503-BDA2-45BA-98D9-F3995F48F572}" type="pres">
      <dgm:prSet presAssocID="{ECBBCB4C-60B4-4E80-A855-69085BCB445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892BD87-11AA-44E1-BFFC-D76D59C4668B}" type="pres">
      <dgm:prSet presAssocID="{ECBBCB4C-60B4-4E80-A855-69085BCB4450}" presName="spaceRect" presStyleCnt="0"/>
      <dgm:spPr/>
    </dgm:pt>
    <dgm:pt modelId="{3D5FFD5E-AE46-42AC-814B-035B5ECF3707}" type="pres">
      <dgm:prSet presAssocID="{ECBBCB4C-60B4-4E80-A855-69085BCB445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CD80E32-85A2-4E28-9FB9-0F28295CF05B}" type="presOf" srcId="{442B7BC6-F35C-4BBA-B308-BC0CDA97D560}" destId="{11DA3B83-4A2E-46F5-9E82-4A4D4596501C}" srcOrd="0" destOrd="0" presId="urn:microsoft.com/office/officeart/2018/2/layout/IconLabelList"/>
    <dgm:cxn modelId="{5D9CDC36-A737-4B5F-AD49-D1D3B0D244CF}" type="presOf" srcId="{69305210-F74A-4B47-AFEA-594FC82B06A2}" destId="{45546F26-183D-4D1A-8279-60A96AD60C2A}" srcOrd="0" destOrd="0" presId="urn:microsoft.com/office/officeart/2018/2/layout/IconLabelList"/>
    <dgm:cxn modelId="{D1FFED5E-40A5-40BD-93D9-0F0063B0E170}" type="presOf" srcId="{B6C5DFBE-AAF6-4E5C-875A-F89482976406}" destId="{1397C86A-683E-49D2-8C90-6A3E9A04D32E}" srcOrd="0" destOrd="0" presId="urn:microsoft.com/office/officeart/2018/2/layout/IconLabelList"/>
    <dgm:cxn modelId="{C04DAC69-A479-4733-882C-EEE8BF5A17E9}" srcId="{7AE8AEAD-C9B8-4384-8A17-F791248057BF}" destId="{ECBBCB4C-60B4-4E80-A855-69085BCB4450}" srcOrd="5" destOrd="0" parTransId="{1C803DBD-2784-4BAF-AAE9-5BBB22C2D88A}" sibTransId="{038EA0D9-69D0-4CE5-BAF9-AFCD2E647C6F}"/>
    <dgm:cxn modelId="{7B395973-14B6-40DD-926E-331EE0551F35}" type="presOf" srcId="{1AFE4749-EB1D-4D85-A626-7B181B76B4CF}" destId="{104EFACE-0C4F-47E9-9DD0-32C35D29D42C}" srcOrd="0" destOrd="0" presId="urn:microsoft.com/office/officeart/2018/2/layout/IconLabelList"/>
    <dgm:cxn modelId="{E8ED0D85-185A-432E-B5D5-152FCFA37B0F}" type="presOf" srcId="{7AE8AEAD-C9B8-4384-8A17-F791248057BF}" destId="{5179BDDD-CDFD-46AA-BF45-A93B1E1A3CCD}" srcOrd="0" destOrd="0" presId="urn:microsoft.com/office/officeart/2018/2/layout/IconLabelList"/>
    <dgm:cxn modelId="{432E408E-DD4B-4F87-BA16-D177E9EED50B}" type="presOf" srcId="{7866AD86-E4B9-46BD-811C-1518CD1DAF59}" destId="{D31C546F-86EC-4E52-918C-7AE0A4C3F77A}" srcOrd="0" destOrd="0" presId="urn:microsoft.com/office/officeart/2018/2/layout/IconLabelList"/>
    <dgm:cxn modelId="{EF693E99-891C-44AA-A20F-95E9F92E5820}" srcId="{7AE8AEAD-C9B8-4384-8A17-F791248057BF}" destId="{7866AD86-E4B9-46BD-811C-1518CD1DAF59}" srcOrd="2" destOrd="0" parTransId="{A8D80151-3803-415A-99D0-C2DCBC53B513}" sibTransId="{8165CA08-C9CF-43BC-B41F-7F5BCB7FFD40}"/>
    <dgm:cxn modelId="{25C9C299-7F79-4133-B195-20DC020E3C93}" srcId="{7AE8AEAD-C9B8-4384-8A17-F791248057BF}" destId="{B6C5DFBE-AAF6-4E5C-875A-F89482976406}" srcOrd="1" destOrd="0" parTransId="{1BF29153-D426-4384-8BC2-FBB52B582969}" sibTransId="{561EEC0C-0260-4A9C-AB5D-98BBEB75813B}"/>
    <dgm:cxn modelId="{95CDCCAB-5B40-4FB7-BCF0-FBDBEB819D4A}" srcId="{7AE8AEAD-C9B8-4384-8A17-F791248057BF}" destId="{442B7BC6-F35C-4BBA-B308-BC0CDA97D560}" srcOrd="3" destOrd="0" parTransId="{6DF21D53-0309-4465-8769-19D71540F7AB}" sibTransId="{C094E9B9-B085-4D07-9B0A-18E91DF0B4FC}"/>
    <dgm:cxn modelId="{639E49BB-F396-4090-BA84-3D3DDEFDE054}" type="presOf" srcId="{ECBBCB4C-60B4-4E80-A855-69085BCB4450}" destId="{3D5FFD5E-AE46-42AC-814B-035B5ECF3707}" srcOrd="0" destOrd="0" presId="urn:microsoft.com/office/officeart/2018/2/layout/IconLabelList"/>
    <dgm:cxn modelId="{527E98C7-274C-4EBF-9B3F-6848F1E96C50}" srcId="{7AE8AEAD-C9B8-4384-8A17-F791248057BF}" destId="{69305210-F74A-4B47-AFEA-594FC82B06A2}" srcOrd="4" destOrd="0" parTransId="{0504775E-8B66-4543-867F-12177588B166}" sibTransId="{92B47D59-D2C4-4639-ABE8-C6BA3195AA42}"/>
    <dgm:cxn modelId="{BE6142FE-B08A-4797-8442-4AB0CEA7AAC8}" srcId="{7AE8AEAD-C9B8-4384-8A17-F791248057BF}" destId="{1AFE4749-EB1D-4D85-A626-7B181B76B4CF}" srcOrd="0" destOrd="0" parTransId="{2A1C895A-5CDF-4BB5-A393-B84ED9C6EC38}" sibTransId="{126379CC-5C84-444F-8987-66137DFCD6B3}"/>
    <dgm:cxn modelId="{69189260-5D89-4962-A271-26DAA1E15DE9}" type="presParOf" srcId="{5179BDDD-CDFD-46AA-BF45-A93B1E1A3CCD}" destId="{0D801E77-0B19-4DF0-848E-8C580DDFA867}" srcOrd="0" destOrd="0" presId="urn:microsoft.com/office/officeart/2018/2/layout/IconLabelList"/>
    <dgm:cxn modelId="{D284C879-1CD4-4B12-B4FF-6BB3B93511CD}" type="presParOf" srcId="{0D801E77-0B19-4DF0-848E-8C580DDFA867}" destId="{FA3E87EF-83CA-4FDE-8DBC-B665AF4F8E25}" srcOrd="0" destOrd="0" presId="urn:microsoft.com/office/officeart/2018/2/layout/IconLabelList"/>
    <dgm:cxn modelId="{524440C6-A0A6-4287-910B-1C8B0E010D3A}" type="presParOf" srcId="{0D801E77-0B19-4DF0-848E-8C580DDFA867}" destId="{52583D56-9287-45EB-844C-3DFC5372C9D3}" srcOrd="1" destOrd="0" presId="urn:microsoft.com/office/officeart/2018/2/layout/IconLabelList"/>
    <dgm:cxn modelId="{D61A7CA9-AA65-47B2-A091-7125B15CDFE5}" type="presParOf" srcId="{0D801E77-0B19-4DF0-848E-8C580DDFA867}" destId="{104EFACE-0C4F-47E9-9DD0-32C35D29D42C}" srcOrd="2" destOrd="0" presId="urn:microsoft.com/office/officeart/2018/2/layout/IconLabelList"/>
    <dgm:cxn modelId="{66F238B7-6879-4FA6-A3FE-B9FB63ECC269}" type="presParOf" srcId="{5179BDDD-CDFD-46AA-BF45-A93B1E1A3CCD}" destId="{FC0DD09A-A146-4352-99CF-AAE237799951}" srcOrd="1" destOrd="0" presId="urn:microsoft.com/office/officeart/2018/2/layout/IconLabelList"/>
    <dgm:cxn modelId="{B85D8F2F-C2C8-438E-9AD3-90829F8FA8DD}" type="presParOf" srcId="{5179BDDD-CDFD-46AA-BF45-A93B1E1A3CCD}" destId="{29A673F8-450E-48E6-8A8F-E7B8F3D69D23}" srcOrd="2" destOrd="0" presId="urn:microsoft.com/office/officeart/2018/2/layout/IconLabelList"/>
    <dgm:cxn modelId="{9351BDDB-3558-410F-9A40-20A2CE43BA3B}" type="presParOf" srcId="{29A673F8-450E-48E6-8A8F-E7B8F3D69D23}" destId="{10F78982-7A52-4CD0-AE7F-F8893FFCE57D}" srcOrd="0" destOrd="0" presId="urn:microsoft.com/office/officeart/2018/2/layout/IconLabelList"/>
    <dgm:cxn modelId="{2F7C5BFC-B5D1-43AE-B73E-1ED9AFB5E1D2}" type="presParOf" srcId="{29A673F8-450E-48E6-8A8F-E7B8F3D69D23}" destId="{848D6890-3312-40E2-AE7B-6775EE75FACA}" srcOrd="1" destOrd="0" presId="urn:microsoft.com/office/officeart/2018/2/layout/IconLabelList"/>
    <dgm:cxn modelId="{85F8C48F-F8F7-4204-AE43-0F58F1895762}" type="presParOf" srcId="{29A673F8-450E-48E6-8A8F-E7B8F3D69D23}" destId="{1397C86A-683E-49D2-8C90-6A3E9A04D32E}" srcOrd="2" destOrd="0" presId="urn:microsoft.com/office/officeart/2018/2/layout/IconLabelList"/>
    <dgm:cxn modelId="{3C894351-AD4A-4E8A-9078-A1AF7A825C16}" type="presParOf" srcId="{5179BDDD-CDFD-46AA-BF45-A93B1E1A3CCD}" destId="{DCD1BA53-E489-4AA4-8A9B-4DB92C6CAB2C}" srcOrd="3" destOrd="0" presId="urn:microsoft.com/office/officeart/2018/2/layout/IconLabelList"/>
    <dgm:cxn modelId="{2ED0D06F-72BB-4F12-B617-577E73937198}" type="presParOf" srcId="{5179BDDD-CDFD-46AA-BF45-A93B1E1A3CCD}" destId="{BEBEEDFD-407F-4657-9919-D0CC836AF2DB}" srcOrd="4" destOrd="0" presId="urn:microsoft.com/office/officeart/2018/2/layout/IconLabelList"/>
    <dgm:cxn modelId="{97501A4A-FA05-4B7C-B84E-9B58CC3FB8C2}" type="presParOf" srcId="{BEBEEDFD-407F-4657-9919-D0CC836AF2DB}" destId="{AAFD152F-3661-484B-ADB9-87A03F0398C4}" srcOrd="0" destOrd="0" presId="urn:microsoft.com/office/officeart/2018/2/layout/IconLabelList"/>
    <dgm:cxn modelId="{5C049821-F6F0-4658-9873-E6E419CEC34C}" type="presParOf" srcId="{BEBEEDFD-407F-4657-9919-D0CC836AF2DB}" destId="{1C98C4B5-8D20-4977-B65D-EDCF29268D42}" srcOrd="1" destOrd="0" presId="urn:microsoft.com/office/officeart/2018/2/layout/IconLabelList"/>
    <dgm:cxn modelId="{8590153E-D460-453F-AFE9-66460BC5A5EF}" type="presParOf" srcId="{BEBEEDFD-407F-4657-9919-D0CC836AF2DB}" destId="{D31C546F-86EC-4E52-918C-7AE0A4C3F77A}" srcOrd="2" destOrd="0" presId="urn:microsoft.com/office/officeart/2018/2/layout/IconLabelList"/>
    <dgm:cxn modelId="{155B0E7F-4396-4719-8385-F9A3E7E28960}" type="presParOf" srcId="{5179BDDD-CDFD-46AA-BF45-A93B1E1A3CCD}" destId="{C26E9240-B0AF-4B1F-A563-5CE12808C2B9}" srcOrd="5" destOrd="0" presId="urn:microsoft.com/office/officeart/2018/2/layout/IconLabelList"/>
    <dgm:cxn modelId="{769FE9CF-96A3-4170-B564-EA09C25CBE1D}" type="presParOf" srcId="{5179BDDD-CDFD-46AA-BF45-A93B1E1A3CCD}" destId="{F80810B0-B7E3-4841-80F8-DE977CB42742}" srcOrd="6" destOrd="0" presId="urn:microsoft.com/office/officeart/2018/2/layout/IconLabelList"/>
    <dgm:cxn modelId="{25603FAA-5E34-462B-88EA-120AAE43A173}" type="presParOf" srcId="{F80810B0-B7E3-4841-80F8-DE977CB42742}" destId="{A541114A-2464-49AF-AEA6-699A615C15E4}" srcOrd="0" destOrd="0" presId="urn:microsoft.com/office/officeart/2018/2/layout/IconLabelList"/>
    <dgm:cxn modelId="{23F4C0D9-E3EF-4945-A149-9EF235523DDA}" type="presParOf" srcId="{F80810B0-B7E3-4841-80F8-DE977CB42742}" destId="{531119EC-D04B-4393-8B0F-B76508AAD908}" srcOrd="1" destOrd="0" presId="urn:microsoft.com/office/officeart/2018/2/layout/IconLabelList"/>
    <dgm:cxn modelId="{195C5494-A636-4B4B-A48D-25BF51DC1F21}" type="presParOf" srcId="{F80810B0-B7E3-4841-80F8-DE977CB42742}" destId="{11DA3B83-4A2E-46F5-9E82-4A4D4596501C}" srcOrd="2" destOrd="0" presId="urn:microsoft.com/office/officeart/2018/2/layout/IconLabelList"/>
    <dgm:cxn modelId="{949EF9FE-EB00-4606-BE4D-2417058BD4A5}" type="presParOf" srcId="{5179BDDD-CDFD-46AA-BF45-A93B1E1A3CCD}" destId="{3EBF1C13-4212-485B-A7AF-406B90B7FD06}" srcOrd="7" destOrd="0" presId="urn:microsoft.com/office/officeart/2018/2/layout/IconLabelList"/>
    <dgm:cxn modelId="{75A87790-6B00-44BA-B5E0-AB2A4CA6D8BF}" type="presParOf" srcId="{5179BDDD-CDFD-46AA-BF45-A93B1E1A3CCD}" destId="{306BB9D5-1716-46B3-9577-6CCC55A2D350}" srcOrd="8" destOrd="0" presId="urn:microsoft.com/office/officeart/2018/2/layout/IconLabelList"/>
    <dgm:cxn modelId="{431739D7-7B95-44B9-B7B6-DFE644339326}" type="presParOf" srcId="{306BB9D5-1716-46B3-9577-6CCC55A2D350}" destId="{AFB8E36A-C246-4F01-8ABF-5693BDE61801}" srcOrd="0" destOrd="0" presId="urn:microsoft.com/office/officeart/2018/2/layout/IconLabelList"/>
    <dgm:cxn modelId="{4366F392-F210-4606-BE1D-C183F946A4FC}" type="presParOf" srcId="{306BB9D5-1716-46B3-9577-6CCC55A2D350}" destId="{65C9249A-0ACD-4BA6-AA69-A931FA6A7CFB}" srcOrd="1" destOrd="0" presId="urn:microsoft.com/office/officeart/2018/2/layout/IconLabelList"/>
    <dgm:cxn modelId="{E47882E2-0FBE-4707-BCA8-84E2A5423AF4}" type="presParOf" srcId="{306BB9D5-1716-46B3-9577-6CCC55A2D350}" destId="{45546F26-183D-4D1A-8279-60A96AD60C2A}" srcOrd="2" destOrd="0" presId="urn:microsoft.com/office/officeart/2018/2/layout/IconLabelList"/>
    <dgm:cxn modelId="{EA357869-9832-4390-B531-AF7E9F810A95}" type="presParOf" srcId="{5179BDDD-CDFD-46AA-BF45-A93B1E1A3CCD}" destId="{4EDF8347-A4B9-4AC8-BCFD-DAED4730BB70}" srcOrd="9" destOrd="0" presId="urn:microsoft.com/office/officeart/2018/2/layout/IconLabelList"/>
    <dgm:cxn modelId="{BA5DBCD9-5894-4520-8F90-42B27AD61C7A}" type="presParOf" srcId="{5179BDDD-CDFD-46AA-BF45-A93B1E1A3CCD}" destId="{67185671-9C57-4442-A685-EC2D2512CCC0}" srcOrd="10" destOrd="0" presId="urn:microsoft.com/office/officeart/2018/2/layout/IconLabelList"/>
    <dgm:cxn modelId="{9DF2646A-0EF3-430D-89DB-E21DE326EEF9}" type="presParOf" srcId="{67185671-9C57-4442-A685-EC2D2512CCC0}" destId="{2725B503-BDA2-45BA-98D9-F3995F48F572}" srcOrd="0" destOrd="0" presId="urn:microsoft.com/office/officeart/2018/2/layout/IconLabelList"/>
    <dgm:cxn modelId="{C5045F82-E43F-4DAE-A3A9-62235191C763}" type="presParOf" srcId="{67185671-9C57-4442-A685-EC2D2512CCC0}" destId="{1892BD87-11AA-44E1-BFFC-D76D59C4668B}" srcOrd="1" destOrd="0" presId="urn:microsoft.com/office/officeart/2018/2/layout/IconLabelList"/>
    <dgm:cxn modelId="{A0F50AB6-7524-400C-91E9-44E192958F34}" type="presParOf" srcId="{67185671-9C57-4442-A685-EC2D2512CCC0}" destId="{3D5FFD5E-AE46-42AC-814B-035B5ECF370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655DDA-2037-434F-878A-B59CED6F03B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AD587A-930C-4BFA-B440-BDE831C8656F}">
      <dgm:prSet/>
      <dgm:spPr/>
      <dgm:t>
        <a:bodyPr/>
        <a:lstStyle/>
        <a:p>
          <a:r>
            <a:rPr lang="en-US" b="1"/>
            <a:t>Text Generation:</a:t>
          </a:r>
          <a:r>
            <a:rPr lang="en-US"/>
            <a:t> Chatbots (ChatGPT, Bard), AI-based writing tools (Copy.ai)</a:t>
          </a:r>
        </a:p>
      </dgm:t>
    </dgm:pt>
    <dgm:pt modelId="{3B805B5E-9BE3-40D1-8A1F-D59B85152EE2}" type="parTrans" cxnId="{B4203A02-4E13-48D1-BE6C-EB9382B137D4}">
      <dgm:prSet/>
      <dgm:spPr/>
      <dgm:t>
        <a:bodyPr/>
        <a:lstStyle/>
        <a:p>
          <a:endParaRPr lang="en-US"/>
        </a:p>
      </dgm:t>
    </dgm:pt>
    <dgm:pt modelId="{EC67F2E5-CD3A-42B4-9FF7-FC6E93283876}" type="sibTrans" cxnId="{B4203A02-4E13-48D1-BE6C-EB9382B137D4}">
      <dgm:prSet/>
      <dgm:spPr/>
      <dgm:t>
        <a:bodyPr/>
        <a:lstStyle/>
        <a:p>
          <a:endParaRPr lang="en-US"/>
        </a:p>
      </dgm:t>
    </dgm:pt>
    <dgm:pt modelId="{2A7CED90-B2F7-4AED-8E24-5B05D3FEE7ED}">
      <dgm:prSet/>
      <dgm:spPr/>
      <dgm:t>
        <a:bodyPr/>
        <a:lstStyle/>
        <a:p>
          <a:r>
            <a:rPr lang="en-US" b="1"/>
            <a:t>Image Synthesis:</a:t>
          </a:r>
          <a:r>
            <a:rPr lang="en-US"/>
            <a:t> AI-generated art (DALL·E, Stable Diffusion, MidJourney)</a:t>
          </a:r>
        </a:p>
      </dgm:t>
    </dgm:pt>
    <dgm:pt modelId="{59594095-B762-40EF-9DB8-332529613ED0}" type="parTrans" cxnId="{1015F115-0A09-4674-9A27-F13130742334}">
      <dgm:prSet/>
      <dgm:spPr/>
      <dgm:t>
        <a:bodyPr/>
        <a:lstStyle/>
        <a:p>
          <a:endParaRPr lang="en-US"/>
        </a:p>
      </dgm:t>
    </dgm:pt>
    <dgm:pt modelId="{C672F0F3-4551-4B01-B3E9-DE26E4BF6EAB}" type="sibTrans" cxnId="{1015F115-0A09-4674-9A27-F13130742334}">
      <dgm:prSet/>
      <dgm:spPr/>
      <dgm:t>
        <a:bodyPr/>
        <a:lstStyle/>
        <a:p>
          <a:endParaRPr lang="en-US"/>
        </a:p>
      </dgm:t>
    </dgm:pt>
    <dgm:pt modelId="{E43CA06D-CF21-49CC-BADE-B8AFAAACD9CD}">
      <dgm:prSet/>
      <dgm:spPr/>
      <dgm:t>
        <a:bodyPr/>
        <a:lstStyle/>
        <a:p>
          <a:r>
            <a:rPr lang="en-US" b="1"/>
            <a:t>Video Generation:</a:t>
          </a:r>
          <a:r>
            <a:rPr lang="en-US"/>
            <a:t> Deepfake videos, AI-driven content creation (RunwayML)</a:t>
          </a:r>
        </a:p>
      </dgm:t>
    </dgm:pt>
    <dgm:pt modelId="{DE4458EC-A3E0-43DB-BAC1-F739E92AB399}" type="parTrans" cxnId="{9F946709-9DB4-4265-8DF3-7BCBFD49E973}">
      <dgm:prSet/>
      <dgm:spPr/>
      <dgm:t>
        <a:bodyPr/>
        <a:lstStyle/>
        <a:p>
          <a:endParaRPr lang="en-US"/>
        </a:p>
      </dgm:t>
    </dgm:pt>
    <dgm:pt modelId="{C1356C99-F040-40C0-A2DD-347EF1391934}" type="sibTrans" cxnId="{9F946709-9DB4-4265-8DF3-7BCBFD49E973}">
      <dgm:prSet/>
      <dgm:spPr/>
      <dgm:t>
        <a:bodyPr/>
        <a:lstStyle/>
        <a:p>
          <a:endParaRPr lang="en-US"/>
        </a:p>
      </dgm:t>
    </dgm:pt>
    <dgm:pt modelId="{8924D5C4-5680-4594-8ED6-2700E5F56BAD}">
      <dgm:prSet/>
      <dgm:spPr/>
      <dgm:t>
        <a:bodyPr/>
        <a:lstStyle/>
        <a:p>
          <a:r>
            <a:rPr lang="en-US" b="1"/>
            <a:t>Code Generation:</a:t>
          </a:r>
          <a:r>
            <a:rPr lang="en-US"/>
            <a:t> AI-powered coding assistants (GitHub Copilot, CodeGeeX)</a:t>
          </a:r>
        </a:p>
      </dgm:t>
    </dgm:pt>
    <dgm:pt modelId="{EDF3AC63-3DDD-4F03-9CC8-136D5442659C}" type="parTrans" cxnId="{83D7D7B7-7008-4AB5-8DA4-C3D8FE3CB3A4}">
      <dgm:prSet/>
      <dgm:spPr/>
      <dgm:t>
        <a:bodyPr/>
        <a:lstStyle/>
        <a:p>
          <a:endParaRPr lang="en-US"/>
        </a:p>
      </dgm:t>
    </dgm:pt>
    <dgm:pt modelId="{25F4A4CF-F8D8-441F-B0A9-80EE5C63D6D7}" type="sibTrans" cxnId="{83D7D7B7-7008-4AB5-8DA4-C3D8FE3CB3A4}">
      <dgm:prSet/>
      <dgm:spPr/>
      <dgm:t>
        <a:bodyPr/>
        <a:lstStyle/>
        <a:p>
          <a:endParaRPr lang="en-US"/>
        </a:p>
      </dgm:t>
    </dgm:pt>
    <dgm:pt modelId="{AB21E5F5-B102-4FB9-BA92-687A16DB4115}">
      <dgm:prSet/>
      <dgm:spPr/>
      <dgm:t>
        <a:bodyPr/>
        <a:lstStyle/>
        <a:p>
          <a:r>
            <a:rPr lang="en-US" b="1"/>
            <a:t>Healthcare:</a:t>
          </a:r>
          <a:r>
            <a:rPr lang="en-US"/>
            <a:t> AI-assisted drug discovery, medical image enhancement</a:t>
          </a:r>
        </a:p>
      </dgm:t>
    </dgm:pt>
    <dgm:pt modelId="{260852D0-4E82-4584-8261-70B488D5CA7D}" type="parTrans" cxnId="{36027E8E-C8A2-42C3-B9DE-0FF3D3FF5F95}">
      <dgm:prSet/>
      <dgm:spPr/>
      <dgm:t>
        <a:bodyPr/>
        <a:lstStyle/>
        <a:p>
          <a:endParaRPr lang="en-US"/>
        </a:p>
      </dgm:t>
    </dgm:pt>
    <dgm:pt modelId="{DC6DCF41-CDE1-4BA4-AC5D-A9CF3B72D115}" type="sibTrans" cxnId="{36027E8E-C8A2-42C3-B9DE-0FF3D3FF5F95}">
      <dgm:prSet/>
      <dgm:spPr/>
      <dgm:t>
        <a:bodyPr/>
        <a:lstStyle/>
        <a:p>
          <a:endParaRPr lang="en-US"/>
        </a:p>
      </dgm:t>
    </dgm:pt>
    <dgm:pt modelId="{37AADA4B-9AB8-42C0-80D6-A2A8CBDBE788}">
      <dgm:prSet/>
      <dgm:spPr/>
      <dgm:t>
        <a:bodyPr/>
        <a:lstStyle/>
        <a:p>
          <a:r>
            <a:rPr lang="en-US" b="1"/>
            <a:t>Music &amp; Voice:</a:t>
          </a:r>
          <a:r>
            <a:rPr lang="en-US"/>
            <a:t> AI-generated music, voice cloning (ElevenLabs, Murf AI)</a:t>
          </a:r>
        </a:p>
      </dgm:t>
    </dgm:pt>
    <dgm:pt modelId="{1955DA55-E1EC-4EB9-953B-8CB24F248F67}" type="parTrans" cxnId="{2A0B9335-5853-4F13-BBF7-BEB45E460549}">
      <dgm:prSet/>
      <dgm:spPr/>
      <dgm:t>
        <a:bodyPr/>
        <a:lstStyle/>
        <a:p>
          <a:endParaRPr lang="en-US"/>
        </a:p>
      </dgm:t>
    </dgm:pt>
    <dgm:pt modelId="{9F3B2623-D732-4A78-88E9-7D57A34352D2}" type="sibTrans" cxnId="{2A0B9335-5853-4F13-BBF7-BEB45E460549}">
      <dgm:prSet/>
      <dgm:spPr/>
      <dgm:t>
        <a:bodyPr/>
        <a:lstStyle/>
        <a:p>
          <a:endParaRPr lang="en-US"/>
        </a:p>
      </dgm:t>
    </dgm:pt>
    <dgm:pt modelId="{0B19A928-8820-41E4-992B-9F066ABEB935}" type="pres">
      <dgm:prSet presAssocID="{1F655DDA-2037-434F-878A-B59CED6F03B2}" presName="root" presStyleCnt="0">
        <dgm:presLayoutVars>
          <dgm:dir/>
          <dgm:resizeHandles val="exact"/>
        </dgm:presLayoutVars>
      </dgm:prSet>
      <dgm:spPr/>
    </dgm:pt>
    <dgm:pt modelId="{AE9028A8-A84A-4927-BE2B-65AC0B902DB3}" type="pres">
      <dgm:prSet presAssocID="{ACAD587A-930C-4BFA-B440-BDE831C8656F}" presName="compNode" presStyleCnt="0"/>
      <dgm:spPr/>
    </dgm:pt>
    <dgm:pt modelId="{CA165ECB-A65B-4268-BC69-41358E6BD2D3}" type="pres">
      <dgm:prSet presAssocID="{ACAD587A-930C-4BFA-B440-BDE831C8656F}" presName="bgRect" presStyleLbl="bgShp" presStyleIdx="0" presStyleCnt="6"/>
      <dgm:spPr/>
    </dgm:pt>
    <dgm:pt modelId="{19222EF6-1253-4F0E-901A-7A980BD9837F}" type="pres">
      <dgm:prSet presAssocID="{ACAD587A-930C-4BFA-B440-BDE831C8656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D75F7CC-9DA9-4F7C-B2D9-79EB2B22DCBE}" type="pres">
      <dgm:prSet presAssocID="{ACAD587A-930C-4BFA-B440-BDE831C8656F}" presName="spaceRect" presStyleCnt="0"/>
      <dgm:spPr/>
    </dgm:pt>
    <dgm:pt modelId="{C2AB2739-72D4-4ED3-98D2-154F95829E04}" type="pres">
      <dgm:prSet presAssocID="{ACAD587A-930C-4BFA-B440-BDE831C8656F}" presName="parTx" presStyleLbl="revTx" presStyleIdx="0" presStyleCnt="6">
        <dgm:presLayoutVars>
          <dgm:chMax val="0"/>
          <dgm:chPref val="0"/>
        </dgm:presLayoutVars>
      </dgm:prSet>
      <dgm:spPr/>
    </dgm:pt>
    <dgm:pt modelId="{8DC1CB31-41BF-4403-85C6-98523022E889}" type="pres">
      <dgm:prSet presAssocID="{EC67F2E5-CD3A-42B4-9FF7-FC6E93283876}" presName="sibTrans" presStyleCnt="0"/>
      <dgm:spPr/>
    </dgm:pt>
    <dgm:pt modelId="{B9BC5F4E-439A-451C-99DC-1EED94202C69}" type="pres">
      <dgm:prSet presAssocID="{2A7CED90-B2F7-4AED-8E24-5B05D3FEE7ED}" presName="compNode" presStyleCnt="0"/>
      <dgm:spPr/>
    </dgm:pt>
    <dgm:pt modelId="{446FABAD-DEB0-4FFE-810A-102FF0051CF1}" type="pres">
      <dgm:prSet presAssocID="{2A7CED90-B2F7-4AED-8E24-5B05D3FEE7ED}" presName="bgRect" presStyleLbl="bgShp" presStyleIdx="1" presStyleCnt="6"/>
      <dgm:spPr/>
    </dgm:pt>
    <dgm:pt modelId="{81618352-2FE6-466C-9A41-930826A7D463}" type="pres">
      <dgm:prSet presAssocID="{2A7CED90-B2F7-4AED-8E24-5B05D3FEE7E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0EABC492-7620-494C-8AA9-1543C86E94D6}" type="pres">
      <dgm:prSet presAssocID="{2A7CED90-B2F7-4AED-8E24-5B05D3FEE7ED}" presName="spaceRect" presStyleCnt="0"/>
      <dgm:spPr/>
    </dgm:pt>
    <dgm:pt modelId="{199F28FD-A469-45EB-BFA8-FF969508B1CD}" type="pres">
      <dgm:prSet presAssocID="{2A7CED90-B2F7-4AED-8E24-5B05D3FEE7ED}" presName="parTx" presStyleLbl="revTx" presStyleIdx="1" presStyleCnt="6">
        <dgm:presLayoutVars>
          <dgm:chMax val="0"/>
          <dgm:chPref val="0"/>
        </dgm:presLayoutVars>
      </dgm:prSet>
      <dgm:spPr/>
    </dgm:pt>
    <dgm:pt modelId="{EEBA18DE-2FF5-4E37-8EA6-8AF4BE03685C}" type="pres">
      <dgm:prSet presAssocID="{C672F0F3-4551-4B01-B3E9-DE26E4BF6EAB}" presName="sibTrans" presStyleCnt="0"/>
      <dgm:spPr/>
    </dgm:pt>
    <dgm:pt modelId="{1ADEB110-F069-4511-95AF-EDD9985BAC4E}" type="pres">
      <dgm:prSet presAssocID="{E43CA06D-CF21-49CC-BADE-B8AFAAACD9CD}" presName="compNode" presStyleCnt="0"/>
      <dgm:spPr/>
    </dgm:pt>
    <dgm:pt modelId="{CE7EC92F-A033-4008-9A88-1C6B2BCBE358}" type="pres">
      <dgm:prSet presAssocID="{E43CA06D-CF21-49CC-BADE-B8AFAAACD9CD}" presName="bgRect" presStyleLbl="bgShp" presStyleIdx="2" presStyleCnt="6"/>
      <dgm:spPr/>
    </dgm:pt>
    <dgm:pt modelId="{C6DC94ED-B451-4AB1-A99D-DC6526CADAAF}" type="pres">
      <dgm:prSet presAssocID="{E43CA06D-CF21-49CC-BADE-B8AFAAACD9C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52D0BAF9-5BA6-47BF-92C5-4C159B3FADF2}" type="pres">
      <dgm:prSet presAssocID="{E43CA06D-CF21-49CC-BADE-B8AFAAACD9CD}" presName="spaceRect" presStyleCnt="0"/>
      <dgm:spPr/>
    </dgm:pt>
    <dgm:pt modelId="{D577EEBA-3ECE-4A0F-95B1-9FD72B411188}" type="pres">
      <dgm:prSet presAssocID="{E43CA06D-CF21-49CC-BADE-B8AFAAACD9CD}" presName="parTx" presStyleLbl="revTx" presStyleIdx="2" presStyleCnt="6">
        <dgm:presLayoutVars>
          <dgm:chMax val="0"/>
          <dgm:chPref val="0"/>
        </dgm:presLayoutVars>
      </dgm:prSet>
      <dgm:spPr/>
    </dgm:pt>
    <dgm:pt modelId="{B3FCE28B-998B-4E7A-A627-B8400396E6FA}" type="pres">
      <dgm:prSet presAssocID="{C1356C99-F040-40C0-A2DD-347EF1391934}" presName="sibTrans" presStyleCnt="0"/>
      <dgm:spPr/>
    </dgm:pt>
    <dgm:pt modelId="{DCB817A2-7BD2-43FC-AE9B-DC7BE6F4D870}" type="pres">
      <dgm:prSet presAssocID="{8924D5C4-5680-4594-8ED6-2700E5F56BAD}" presName="compNode" presStyleCnt="0"/>
      <dgm:spPr/>
    </dgm:pt>
    <dgm:pt modelId="{920D575F-E822-4DB8-B553-2B5939212F65}" type="pres">
      <dgm:prSet presAssocID="{8924D5C4-5680-4594-8ED6-2700E5F56BAD}" presName="bgRect" presStyleLbl="bgShp" presStyleIdx="3" presStyleCnt="6"/>
      <dgm:spPr/>
    </dgm:pt>
    <dgm:pt modelId="{9D22AD6F-A0E8-459F-BB67-429A41DA374F}" type="pres">
      <dgm:prSet presAssocID="{8924D5C4-5680-4594-8ED6-2700E5F56BA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D7AE314-F1F5-4EC1-ACE7-1D18238B894A}" type="pres">
      <dgm:prSet presAssocID="{8924D5C4-5680-4594-8ED6-2700E5F56BAD}" presName="spaceRect" presStyleCnt="0"/>
      <dgm:spPr/>
    </dgm:pt>
    <dgm:pt modelId="{63D8A46B-60BA-4F17-A1AF-EFB29A873500}" type="pres">
      <dgm:prSet presAssocID="{8924D5C4-5680-4594-8ED6-2700E5F56BAD}" presName="parTx" presStyleLbl="revTx" presStyleIdx="3" presStyleCnt="6">
        <dgm:presLayoutVars>
          <dgm:chMax val="0"/>
          <dgm:chPref val="0"/>
        </dgm:presLayoutVars>
      </dgm:prSet>
      <dgm:spPr/>
    </dgm:pt>
    <dgm:pt modelId="{8F59298D-49C2-4511-9ABF-FE005AD18A38}" type="pres">
      <dgm:prSet presAssocID="{25F4A4CF-F8D8-441F-B0A9-80EE5C63D6D7}" presName="sibTrans" presStyleCnt="0"/>
      <dgm:spPr/>
    </dgm:pt>
    <dgm:pt modelId="{E7B777DD-65C9-49FE-A996-7B4F7BE4FD50}" type="pres">
      <dgm:prSet presAssocID="{AB21E5F5-B102-4FB9-BA92-687A16DB4115}" presName="compNode" presStyleCnt="0"/>
      <dgm:spPr/>
    </dgm:pt>
    <dgm:pt modelId="{87F23252-3FE8-416A-93CD-13EF432D1296}" type="pres">
      <dgm:prSet presAssocID="{AB21E5F5-B102-4FB9-BA92-687A16DB4115}" presName="bgRect" presStyleLbl="bgShp" presStyleIdx="4" presStyleCnt="6"/>
      <dgm:spPr/>
    </dgm:pt>
    <dgm:pt modelId="{63FD8CD3-B6D9-4505-812C-036FD3E15F28}" type="pres">
      <dgm:prSet presAssocID="{AB21E5F5-B102-4FB9-BA92-687A16DB411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9F6FF30A-FFDB-45D3-B951-55FADE905FE5}" type="pres">
      <dgm:prSet presAssocID="{AB21E5F5-B102-4FB9-BA92-687A16DB4115}" presName="spaceRect" presStyleCnt="0"/>
      <dgm:spPr/>
    </dgm:pt>
    <dgm:pt modelId="{B9D87966-BB8A-4271-AC3B-DE85C33EA669}" type="pres">
      <dgm:prSet presAssocID="{AB21E5F5-B102-4FB9-BA92-687A16DB4115}" presName="parTx" presStyleLbl="revTx" presStyleIdx="4" presStyleCnt="6">
        <dgm:presLayoutVars>
          <dgm:chMax val="0"/>
          <dgm:chPref val="0"/>
        </dgm:presLayoutVars>
      </dgm:prSet>
      <dgm:spPr/>
    </dgm:pt>
    <dgm:pt modelId="{F0F39344-8579-4D6A-9C23-6358351CB4DB}" type="pres">
      <dgm:prSet presAssocID="{DC6DCF41-CDE1-4BA4-AC5D-A9CF3B72D115}" presName="sibTrans" presStyleCnt="0"/>
      <dgm:spPr/>
    </dgm:pt>
    <dgm:pt modelId="{3FDD068F-B881-42CF-A485-0B5A3018EE42}" type="pres">
      <dgm:prSet presAssocID="{37AADA4B-9AB8-42C0-80D6-A2A8CBDBE788}" presName="compNode" presStyleCnt="0"/>
      <dgm:spPr/>
    </dgm:pt>
    <dgm:pt modelId="{91FB4774-0E9C-496E-BF18-8B8CEAC3032A}" type="pres">
      <dgm:prSet presAssocID="{37AADA4B-9AB8-42C0-80D6-A2A8CBDBE788}" presName="bgRect" presStyleLbl="bgShp" presStyleIdx="5" presStyleCnt="6"/>
      <dgm:spPr/>
    </dgm:pt>
    <dgm:pt modelId="{FEF0653F-DADB-4AFD-A240-7AC8169D94FE}" type="pres">
      <dgm:prSet presAssocID="{37AADA4B-9AB8-42C0-80D6-A2A8CBDBE78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12752CC1-388B-468F-9004-A48695FBFBE2}" type="pres">
      <dgm:prSet presAssocID="{37AADA4B-9AB8-42C0-80D6-A2A8CBDBE788}" presName="spaceRect" presStyleCnt="0"/>
      <dgm:spPr/>
    </dgm:pt>
    <dgm:pt modelId="{26CCEF79-86BA-48E8-8BE7-B046C5976D39}" type="pres">
      <dgm:prSet presAssocID="{37AADA4B-9AB8-42C0-80D6-A2A8CBDBE78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4203A02-4E13-48D1-BE6C-EB9382B137D4}" srcId="{1F655DDA-2037-434F-878A-B59CED6F03B2}" destId="{ACAD587A-930C-4BFA-B440-BDE831C8656F}" srcOrd="0" destOrd="0" parTransId="{3B805B5E-9BE3-40D1-8A1F-D59B85152EE2}" sibTransId="{EC67F2E5-CD3A-42B4-9FF7-FC6E93283876}"/>
    <dgm:cxn modelId="{D2364904-2E2D-4BD7-99A4-0063D9677CD7}" type="presOf" srcId="{2A7CED90-B2F7-4AED-8E24-5B05D3FEE7ED}" destId="{199F28FD-A469-45EB-BFA8-FF969508B1CD}" srcOrd="0" destOrd="0" presId="urn:microsoft.com/office/officeart/2018/2/layout/IconVerticalSolidList"/>
    <dgm:cxn modelId="{9F946709-9DB4-4265-8DF3-7BCBFD49E973}" srcId="{1F655DDA-2037-434F-878A-B59CED6F03B2}" destId="{E43CA06D-CF21-49CC-BADE-B8AFAAACD9CD}" srcOrd="2" destOrd="0" parTransId="{DE4458EC-A3E0-43DB-BAC1-F739E92AB399}" sibTransId="{C1356C99-F040-40C0-A2DD-347EF1391934}"/>
    <dgm:cxn modelId="{A0F31C0A-33FE-4236-88C3-8F68B9BA6476}" type="presOf" srcId="{AB21E5F5-B102-4FB9-BA92-687A16DB4115}" destId="{B9D87966-BB8A-4271-AC3B-DE85C33EA669}" srcOrd="0" destOrd="0" presId="urn:microsoft.com/office/officeart/2018/2/layout/IconVerticalSolidList"/>
    <dgm:cxn modelId="{1015F115-0A09-4674-9A27-F13130742334}" srcId="{1F655DDA-2037-434F-878A-B59CED6F03B2}" destId="{2A7CED90-B2F7-4AED-8E24-5B05D3FEE7ED}" srcOrd="1" destOrd="0" parTransId="{59594095-B762-40EF-9DB8-332529613ED0}" sibTransId="{C672F0F3-4551-4B01-B3E9-DE26E4BF6EAB}"/>
    <dgm:cxn modelId="{2A0B9335-5853-4F13-BBF7-BEB45E460549}" srcId="{1F655DDA-2037-434F-878A-B59CED6F03B2}" destId="{37AADA4B-9AB8-42C0-80D6-A2A8CBDBE788}" srcOrd="5" destOrd="0" parTransId="{1955DA55-E1EC-4EB9-953B-8CB24F248F67}" sibTransId="{9F3B2623-D732-4A78-88E9-7D57A34352D2}"/>
    <dgm:cxn modelId="{39F9354A-1432-488C-B90D-031AE4696090}" type="presOf" srcId="{8924D5C4-5680-4594-8ED6-2700E5F56BAD}" destId="{63D8A46B-60BA-4F17-A1AF-EFB29A873500}" srcOrd="0" destOrd="0" presId="urn:microsoft.com/office/officeart/2018/2/layout/IconVerticalSolidList"/>
    <dgm:cxn modelId="{93578D53-2A48-4125-89C3-870E127066AE}" type="presOf" srcId="{ACAD587A-930C-4BFA-B440-BDE831C8656F}" destId="{C2AB2739-72D4-4ED3-98D2-154F95829E04}" srcOrd="0" destOrd="0" presId="urn:microsoft.com/office/officeart/2018/2/layout/IconVerticalSolidList"/>
    <dgm:cxn modelId="{5CCB6C54-3760-406C-98F4-4C2784B3CFF4}" type="presOf" srcId="{1F655DDA-2037-434F-878A-B59CED6F03B2}" destId="{0B19A928-8820-41E4-992B-9F066ABEB935}" srcOrd="0" destOrd="0" presId="urn:microsoft.com/office/officeart/2018/2/layout/IconVerticalSolidList"/>
    <dgm:cxn modelId="{36027E8E-C8A2-42C3-B9DE-0FF3D3FF5F95}" srcId="{1F655DDA-2037-434F-878A-B59CED6F03B2}" destId="{AB21E5F5-B102-4FB9-BA92-687A16DB4115}" srcOrd="4" destOrd="0" parTransId="{260852D0-4E82-4584-8261-70B488D5CA7D}" sibTransId="{DC6DCF41-CDE1-4BA4-AC5D-A9CF3B72D115}"/>
    <dgm:cxn modelId="{83D7D7B7-7008-4AB5-8DA4-C3D8FE3CB3A4}" srcId="{1F655DDA-2037-434F-878A-B59CED6F03B2}" destId="{8924D5C4-5680-4594-8ED6-2700E5F56BAD}" srcOrd="3" destOrd="0" parTransId="{EDF3AC63-3DDD-4F03-9CC8-136D5442659C}" sibTransId="{25F4A4CF-F8D8-441F-B0A9-80EE5C63D6D7}"/>
    <dgm:cxn modelId="{F17CD7F3-F120-4F78-8E84-143A4C1B146E}" type="presOf" srcId="{E43CA06D-CF21-49CC-BADE-B8AFAAACD9CD}" destId="{D577EEBA-3ECE-4A0F-95B1-9FD72B411188}" srcOrd="0" destOrd="0" presId="urn:microsoft.com/office/officeart/2018/2/layout/IconVerticalSolidList"/>
    <dgm:cxn modelId="{C40C67FE-3B41-4204-A4DE-ACB33E7B4081}" type="presOf" srcId="{37AADA4B-9AB8-42C0-80D6-A2A8CBDBE788}" destId="{26CCEF79-86BA-48E8-8BE7-B046C5976D39}" srcOrd="0" destOrd="0" presId="urn:microsoft.com/office/officeart/2018/2/layout/IconVerticalSolidList"/>
    <dgm:cxn modelId="{7E677BA6-5C75-4F4E-8609-D25F5F2C9B79}" type="presParOf" srcId="{0B19A928-8820-41E4-992B-9F066ABEB935}" destId="{AE9028A8-A84A-4927-BE2B-65AC0B902DB3}" srcOrd="0" destOrd="0" presId="urn:microsoft.com/office/officeart/2018/2/layout/IconVerticalSolidList"/>
    <dgm:cxn modelId="{8D10F534-E4DA-4F5C-95B1-D5146A8455FB}" type="presParOf" srcId="{AE9028A8-A84A-4927-BE2B-65AC0B902DB3}" destId="{CA165ECB-A65B-4268-BC69-41358E6BD2D3}" srcOrd="0" destOrd="0" presId="urn:microsoft.com/office/officeart/2018/2/layout/IconVerticalSolidList"/>
    <dgm:cxn modelId="{2A2BAE5D-F120-47E3-8F90-8B5FFA0F7E85}" type="presParOf" srcId="{AE9028A8-A84A-4927-BE2B-65AC0B902DB3}" destId="{19222EF6-1253-4F0E-901A-7A980BD9837F}" srcOrd="1" destOrd="0" presId="urn:microsoft.com/office/officeart/2018/2/layout/IconVerticalSolidList"/>
    <dgm:cxn modelId="{5451B1F9-78B4-4E63-8FDC-8BC5298A4761}" type="presParOf" srcId="{AE9028A8-A84A-4927-BE2B-65AC0B902DB3}" destId="{5D75F7CC-9DA9-4F7C-B2D9-79EB2B22DCBE}" srcOrd="2" destOrd="0" presId="urn:microsoft.com/office/officeart/2018/2/layout/IconVerticalSolidList"/>
    <dgm:cxn modelId="{2C03D6DF-7844-4D9F-A5BB-D4ED4689A325}" type="presParOf" srcId="{AE9028A8-A84A-4927-BE2B-65AC0B902DB3}" destId="{C2AB2739-72D4-4ED3-98D2-154F95829E04}" srcOrd="3" destOrd="0" presId="urn:microsoft.com/office/officeart/2018/2/layout/IconVerticalSolidList"/>
    <dgm:cxn modelId="{DCF7E2DA-52C0-4C15-8686-10516C349334}" type="presParOf" srcId="{0B19A928-8820-41E4-992B-9F066ABEB935}" destId="{8DC1CB31-41BF-4403-85C6-98523022E889}" srcOrd="1" destOrd="0" presId="urn:microsoft.com/office/officeart/2018/2/layout/IconVerticalSolidList"/>
    <dgm:cxn modelId="{924285F7-2A77-412E-BA56-66CEEB7D320F}" type="presParOf" srcId="{0B19A928-8820-41E4-992B-9F066ABEB935}" destId="{B9BC5F4E-439A-451C-99DC-1EED94202C69}" srcOrd="2" destOrd="0" presId="urn:microsoft.com/office/officeart/2018/2/layout/IconVerticalSolidList"/>
    <dgm:cxn modelId="{10B8E111-8356-4554-90DF-8AE4DD9AA9C8}" type="presParOf" srcId="{B9BC5F4E-439A-451C-99DC-1EED94202C69}" destId="{446FABAD-DEB0-4FFE-810A-102FF0051CF1}" srcOrd="0" destOrd="0" presId="urn:microsoft.com/office/officeart/2018/2/layout/IconVerticalSolidList"/>
    <dgm:cxn modelId="{38504326-88D4-4D94-9A51-E80EDF714F7C}" type="presParOf" srcId="{B9BC5F4E-439A-451C-99DC-1EED94202C69}" destId="{81618352-2FE6-466C-9A41-930826A7D463}" srcOrd="1" destOrd="0" presId="urn:microsoft.com/office/officeart/2018/2/layout/IconVerticalSolidList"/>
    <dgm:cxn modelId="{2E7BABDC-C0E9-400B-8E99-8D55C5B1062E}" type="presParOf" srcId="{B9BC5F4E-439A-451C-99DC-1EED94202C69}" destId="{0EABC492-7620-494C-8AA9-1543C86E94D6}" srcOrd="2" destOrd="0" presId="urn:microsoft.com/office/officeart/2018/2/layout/IconVerticalSolidList"/>
    <dgm:cxn modelId="{85EF51B1-CB77-4FB8-865A-FC559BE299FA}" type="presParOf" srcId="{B9BC5F4E-439A-451C-99DC-1EED94202C69}" destId="{199F28FD-A469-45EB-BFA8-FF969508B1CD}" srcOrd="3" destOrd="0" presId="urn:microsoft.com/office/officeart/2018/2/layout/IconVerticalSolidList"/>
    <dgm:cxn modelId="{93BC67A5-9EF1-4029-95E8-AA548965A4EA}" type="presParOf" srcId="{0B19A928-8820-41E4-992B-9F066ABEB935}" destId="{EEBA18DE-2FF5-4E37-8EA6-8AF4BE03685C}" srcOrd="3" destOrd="0" presId="urn:microsoft.com/office/officeart/2018/2/layout/IconVerticalSolidList"/>
    <dgm:cxn modelId="{F03FF791-BB0C-4749-9FA0-378829C264FF}" type="presParOf" srcId="{0B19A928-8820-41E4-992B-9F066ABEB935}" destId="{1ADEB110-F069-4511-95AF-EDD9985BAC4E}" srcOrd="4" destOrd="0" presId="urn:microsoft.com/office/officeart/2018/2/layout/IconVerticalSolidList"/>
    <dgm:cxn modelId="{8BA281F2-5CE0-495A-A07B-8B4D7DB33C0D}" type="presParOf" srcId="{1ADEB110-F069-4511-95AF-EDD9985BAC4E}" destId="{CE7EC92F-A033-4008-9A88-1C6B2BCBE358}" srcOrd="0" destOrd="0" presId="urn:microsoft.com/office/officeart/2018/2/layout/IconVerticalSolidList"/>
    <dgm:cxn modelId="{9BF072EA-E94B-4AF0-B82F-8D27ABEAD865}" type="presParOf" srcId="{1ADEB110-F069-4511-95AF-EDD9985BAC4E}" destId="{C6DC94ED-B451-4AB1-A99D-DC6526CADAAF}" srcOrd="1" destOrd="0" presId="urn:microsoft.com/office/officeart/2018/2/layout/IconVerticalSolidList"/>
    <dgm:cxn modelId="{8AA8DA48-4AB3-4BDF-B9DE-01BA40A3CAEA}" type="presParOf" srcId="{1ADEB110-F069-4511-95AF-EDD9985BAC4E}" destId="{52D0BAF9-5BA6-47BF-92C5-4C159B3FADF2}" srcOrd="2" destOrd="0" presId="urn:microsoft.com/office/officeart/2018/2/layout/IconVerticalSolidList"/>
    <dgm:cxn modelId="{1E18D50A-AD03-449D-B4CD-2A93D4E6B5FF}" type="presParOf" srcId="{1ADEB110-F069-4511-95AF-EDD9985BAC4E}" destId="{D577EEBA-3ECE-4A0F-95B1-9FD72B411188}" srcOrd="3" destOrd="0" presId="urn:microsoft.com/office/officeart/2018/2/layout/IconVerticalSolidList"/>
    <dgm:cxn modelId="{04FD777E-093F-4101-AF38-EAE1F0ECD7C6}" type="presParOf" srcId="{0B19A928-8820-41E4-992B-9F066ABEB935}" destId="{B3FCE28B-998B-4E7A-A627-B8400396E6FA}" srcOrd="5" destOrd="0" presId="urn:microsoft.com/office/officeart/2018/2/layout/IconVerticalSolidList"/>
    <dgm:cxn modelId="{CA2E033C-10BE-4490-895C-E87BC4B50F8D}" type="presParOf" srcId="{0B19A928-8820-41E4-992B-9F066ABEB935}" destId="{DCB817A2-7BD2-43FC-AE9B-DC7BE6F4D870}" srcOrd="6" destOrd="0" presId="urn:microsoft.com/office/officeart/2018/2/layout/IconVerticalSolidList"/>
    <dgm:cxn modelId="{2911084F-A874-46B0-A8ED-6EBEDA6BC9EC}" type="presParOf" srcId="{DCB817A2-7BD2-43FC-AE9B-DC7BE6F4D870}" destId="{920D575F-E822-4DB8-B553-2B5939212F65}" srcOrd="0" destOrd="0" presId="urn:microsoft.com/office/officeart/2018/2/layout/IconVerticalSolidList"/>
    <dgm:cxn modelId="{34B357E1-63E0-481A-8961-C362E34E7B65}" type="presParOf" srcId="{DCB817A2-7BD2-43FC-AE9B-DC7BE6F4D870}" destId="{9D22AD6F-A0E8-459F-BB67-429A41DA374F}" srcOrd="1" destOrd="0" presId="urn:microsoft.com/office/officeart/2018/2/layout/IconVerticalSolidList"/>
    <dgm:cxn modelId="{ED0C4F09-83B9-4D0D-B54C-5716EA48819B}" type="presParOf" srcId="{DCB817A2-7BD2-43FC-AE9B-DC7BE6F4D870}" destId="{2D7AE314-F1F5-4EC1-ACE7-1D18238B894A}" srcOrd="2" destOrd="0" presId="urn:microsoft.com/office/officeart/2018/2/layout/IconVerticalSolidList"/>
    <dgm:cxn modelId="{9CA985A3-B5D9-4191-B779-95301D4C116B}" type="presParOf" srcId="{DCB817A2-7BD2-43FC-AE9B-DC7BE6F4D870}" destId="{63D8A46B-60BA-4F17-A1AF-EFB29A873500}" srcOrd="3" destOrd="0" presId="urn:microsoft.com/office/officeart/2018/2/layout/IconVerticalSolidList"/>
    <dgm:cxn modelId="{29FCDC53-7634-4CE0-BD6D-EFA8E656A5E2}" type="presParOf" srcId="{0B19A928-8820-41E4-992B-9F066ABEB935}" destId="{8F59298D-49C2-4511-9ABF-FE005AD18A38}" srcOrd="7" destOrd="0" presId="urn:microsoft.com/office/officeart/2018/2/layout/IconVerticalSolidList"/>
    <dgm:cxn modelId="{59DCB5B5-24E0-4A45-A8A3-3ABCDE748318}" type="presParOf" srcId="{0B19A928-8820-41E4-992B-9F066ABEB935}" destId="{E7B777DD-65C9-49FE-A996-7B4F7BE4FD50}" srcOrd="8" destOrd="0" presId="urn:microsoft.com/office/officeart/2018/2/layout/IconVerticalSolidList"/>
    <dgm:cxn modelId="{7D2931AE-8E85-48E8-BA39-0F6D9D380C8E}" type="presParOf" srcId="{E7B777DD-65C9-49FE-A996-7B4F7BE4FD50}" destId="{87F23252-3FE8-416A-93CD-13EF432D1296}" srcOrd="0" destOrd="0" presId="urn:microsoft.com/office/officeart/2018/2/layout/IconVerticalSolidList"/>
    <dgm:cxn modelId="{86639FEE-1C44-4319-BE0B-1E4C4577917D}" type="presParOf" srcId="{E7B777DD-65C9-49FE-A996-7B4F7BE4FD50}" destId="{63FD8CD3-B6D9-4505-812C-036FD3E15F28}" srcOrd="1" destOrd="0" presId="urn:microsoft.com/office/officeart/2018/2/layout/IconVerticalSolidList"/>
    <dgm:cxn modelId="{8020636F-BE0F-4550-80E6-3C3BCA95048C}" type="presParOf" srcId="{E7B777DD-65C9-49FE-A996-7B4F7BE4FD50}" destId="{9F6FF30A-FFDB-45D3-B951-55FADE905FE5}" srcOrd="2" destOrd="0" presId="urn:microsoft.com/office/officeart/2018/2/layout/IconVerticalSolidList"/>
    <dgm:cxn modelId="{372E1DB6-1431-4408-868D-84CD013CF1F5}" type="presParOf" srcId="{E7B777DD-65C9-49FE-A996-7B4F7BE4FD50}" destId="{B9D87966-BB8A-4271-AC3B-DE85C33EA669}" srcOrd="3" destOrd="0" presId="urn:microsoft.com/office/officeart/2018/2/layout/IconVerticalSolidList"/>
    <dgm:cxn modelId="{C2A1A6E3-6D37-4679-9C85-315578D28944}" type="presParOf" srcId="{0B19A928-8820-41E4-992B-9F066ABEB935}" destId="{F0F39344-8579-4D6A-9C23-6358351CB4DB}" srcOrd="9" destOrd="0" presId="urn:microsoft.com/office/officeart/2018/2/layout/IconVerticalSolidList"/>
    <dgm:cxn modelId="{CDC1B3BF-4D87-47E7-B63F-54CBD719E0FF}" type="presParOf" srcId="{0B19A928-8820-41E4-992B-9F066ABEB935}" destId="{3FDD068F-B881-42CF-A485-0B5A3018EE42}" srcOrd="10" destOrd="0" presId="urn:microsoft.com/office/officeart/2018/2/layout/IconVerticalSolidList"/>
    <dgm:cxn modelId="{3FBE2952-B023-4675-BD65-8EAF9036D935}" type="presParOf" srcId="{3FDD068F-B881-42CF-A485-0B5A3018EE42}" destId="{91FB4774-0E9C-496E-BF18-8B8CEAC3032A}" srcOrd="0" destOrd="0" presId="urn:microsoft.com/office/officeart/2018/2/layout/IconVerticalSolidList"/>
    <dgm:cxn modelId="{EFF76B1A-28B2-4BE0-851B-09C985F264E8}" type="presParOf" srcId="{3FDD068F-B881-42CF-A485-0B5A3018EE42}" destId="{FEF0653F-DADB-4AFD-A240-7AC8169D94FE}" srcOrd="1" destOrd="0" presId="urn:microsoft.com/office/officeart/2018/2/layout/IconVerticalSolidList"/>
    <dgm:cxn modelId="{BBD6884B-4FF8-4F2E-8267-DAA403CB656E}" type="presParOf" srcId="{3FDD068F-B881-42CF-A485-0B5A3018EE42}" destId="{12752CC1-388B-468F-9004-A48695FBFBE2}" srcOrd="2" destOrd="0" presId="urn:microsoft.com/office/officeart/2018/2/layout/IconVerticalSolidList"/>
    <dgm:cxn modelId="{DE4EB058-1490-4381-B318-CC125A780605}" type="presParOf" srcId="{3FDD068F-B881-42CF-A485-0B5A3018EE42}" destId="{26CCEF79-86BA-48E8-8BE7-B046C5976D3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3AF1E8-9F97-47AE-BC5D-D9B613F53A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2850A2-0AF1-42C4-A794-D15E0643AB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Generator produces fake data</a:t>
          </a:r>
          <a:endParaRPr lang="en-US"/>
        </a:p>
      </dgm:t>
    </dgm:pt>
    <dgm:pt modelId="{8C6EA705-AEBA-4D6C-BF73-587A001AB809}" type="parTrans" cxnId="{5FBA593E-1174-4629-B96E-4D2BAFF140F7}">
      <dgm:prSet/>
      <dgm:spPr/>
      <dgm:t>
        <a:bodyPr/>
        <a:lstStyle/>
        <a:p>
          <a:endParaRPr lang="en-US"/>
        </a:p>
      </dgm:t>
    </dgm:pt>
    <dgm:pt modelId="{CD091447-7A49-448E-BE76-79FD1EFA853B}" type="sibTrans" cxnId="{5FBA593E-1174-4629-B96E-4D2BAFF140F7}">
      <dgm:prSet/>
      <dgm:spPr/>
      <dgm:t>
        <a:bodyPr/>
        <a:lstStyle/>
        <a:p>
          <a:endParaRPr lang="en-US"/>
        </a:p>
      </dgm:t>
    </dgm:pt>
    <dgm:pt modelId="{B5E6B6AF-363C-463D-A32A-0DD034F00B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Discriminator evaluates data (real or fake)</a:t>
          </a:r>
          <a:endParaRPr lang="en-US"/>
        </a:p>
      </dgm:t>
    </dgm:pt>
    <dgm:pt modelId="{5FB33340-5D85-4C0F-92DF-BF99DD70E1B6}" type="parTrans" cxnId="{1CA603D4-8EA9-4F57-865D-657BEDDBAA36}">
      <dgm:prSet/>
      <dgm:spPr/>
      <dgm:t>
        <a:bodyPr/>
        <a:lstStyle/>
        <a:p>
          <a:endParaRPr lang="en-US"/>
        </a:p>
      </dgm:t>
    </dgm:pt>
    <dgm:pt modelId="{31182B89-53B5-490A-B1EE-58EC38B8300A}" type="sibTrans" cxnId="{1CA603D4-8EA9-4F57-865D-657BEDDBAA36}">
      <dgm:prSet/>
      <dgm:spPr/>
      <dgm:t>
        <a:bodyPr/>
        <a:lstStyle/>
        <a:p>
          <a:endParaRPr lang="en-US"/>
        </a:p>
      </dgm:t>
    </dgm:pt>
    <dgm:pt modelId="{36584DA5-81D5-4B5D-93EF-24C25052E7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Feedback is sent to Generator to improve its output</a:t>
          </a:r>
          <a:endParaRPr lang="en-US"/>
        </a:p>
      </dgm:t>
    </dgm:pt>
    <dgm:pt modelId="{41E205F1-D5AD-4FC8-BAC0-3852B5610B53}" type="parTrans" cxnId="{CAD12982-5443-4E7F-979B-C15EFFDD4943}">
      <dgm:prSet/>
      <dgm:spPr/>
      <dgm:t>
        <a:bodyPr/>
        <a:lstStyle/>
        <a:p>
          <a:endParaRPr lang="en-US"/>
        </a:p>
      </dgm:t>
    </dgm:pt>
    <dgm:pt modelId="{B93229AF-2A5F-4754-98BB-8DC8BAD8D664}" type="sibTrans" cxnId="{CAD12982-5443-4E7F-979B-C15EFFDD4943}">
      <dgm:prSet/>
      <dgm:spPr/>
      <dgm:t>
        <a:bodyPr/>
        <a:lstStyle/>
        <a:p>
          <a:endParaRPr lang="en-US"/>
        </a:p>
      </dgm:t>
    </dgm:pt>
    <dgm:pt modelId="{CB00CEBB-D683-4A98-BDB1-4AF2314124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Over multiple iterations, Generator improves and creates more realistic data</a:t>
          </a:r>
          <a:endParaRPr lang="en-US"/>
        </a:p>
      </dgm:t>
    </dgm:pt>
    <dgm:pt modelId="{DF2A8CCC-6253-4185-A3C7-1F2EDE1699A0}" type="parTrans" cxnId="{ABB890DB-D38F-45C1-A0BF-2D52921FE319}">
      <dgm:prSet/>
      <dgm:spPr/>
      <dgm:t>
        <a:bodyPr/>
        <a:lstStyle/>
        <a:p>
          <a:endParaRPr lang="en-US"/>
        </a:p>
      </dgm:t>
    </dgm:pt>
    <dgm:pt modelId="{BB294DC6-79E9-44D4-A473-B723343C27CE}" type="sibTrans" cxnId="{ABB890DB-D38F-45C1-A0BF-2D52921FE319}">
      <dgm:prSet/>
      <dgm:spPr/>
      <dgm:t>
        <a:bodyPr/>
        <a:lstStyle/>
        <a:p>
          <a:endParaRPr lang="en-US"/>
        </a:p>
      </dgm:t>
    </dgm:pt>
    <dgm:pt modelId="{E8E40070-B68B-4442-8AB4-AF1FE32C573C}" type="pres">
      <dgm:prSet presAssocID="{003AF1E8-9F97-47AE-BC5D-D9B613F53A37}" presName="root" presStyleCnt="0">
        <dgm:presLayoutVars>
          <dgm:dir/>
          <dgm:resizeHandles val="exact"/>
        </dgm:presLayoutVars>
      </dgm:prSet>
      <dgm:spPr/>
    </dgm:pt>
    <dgm:pt modelId="{724A7573-5524-45C5-9E6C-A1BC22F58D50}" type="pres">
      <dgm:prSet presAssocID="{882850A2-0AF1-42C4-A794-D15E0643ABA3}" presName="compNode" presStyleCnt="0"/>
      <dgm:spPr/>
    </dgm:pt>
    <dgm:pt modelId="{8222D53C-4643-4B35-9BDC-1F65F8898888}" type="pres">
      <dgm:prSet presAssocID="{882850A2-0AF1-42C4-A794-D15E0643ABA3}" presName="bgRect" presStyleLbl="bgShp" presStyleIdx="0" presStyleCnt="4"/>
      <dgm:spPr/>
    </dgm:pt>
    <dgm:pt modelId="{728BB320-D589-434C-A88F-F535D163C76F}" type="pres">
      <dgm:prSet presAssocID="{882850A2-0AF1-42C4-A794-D15E0643ABA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707C3A7-A6EC-44D6-8450-BC0F7F5C4481}" type="pres">
      <dgm:prSet presAssocID="{882850A2-0AF1-42C4-A794-D15E0643ABA3}" presName="spaceRect" presStyleCnt="0"/>
      <dgm:spPr/>
    </dgm:pt>
    <dgm:pt modelId="{EE3791F8-5DC3-4B7B-8C13-7F0E88B09E83}" type="pres">
      <dgm:prSet presAssocID="{882850A2-0AF1-42C4-A794-D15E0643ABA3}" presName="parTx" presStyleLbl="revTx" presStyleIdx="0" presStyleCnt="4">
        <dgm:presLayoutVars>
          <dgm:chMax val="0"/>
          <dgm:chPref val="0"/>
        </dgm:presLayoutVars>
      </dgm:prSet>
      <dgm:spPr/>
    </dgm:pt>
    <dgm:pt modelId="{868A8B38-E4D3-4A03-8B4C-968ED07B9516}" type="pres">
      <dgm:prSet presAssocID="{CD091447-7A49-448E-BE76-79FD1EFA853B}" presName="sibTrans" presStyleCnt="0"/>
      <dgm:spPr/>
    </dgm:pt>
    <dgm:pt modelId="{8B82BE04-2E72-4CBC-AA30-21FDF9087C9A}" type="pres">
      <dgm:prSet presAssocID="{B5E6B6AF-363C-463D-A32A-0DD034F00B69}" presName="compNode" presStyleCnt="0"/>
      <dgm:spPr/>
    </dgm:pt>
    <dgm:pt modelId="{542A2982-0352-4AC0-98C8-6A04926737BE}" type="pres">
      <dgm:prSet presAssocID="{B5E6B6AF-363C-463D-A32A-0DD034F00B69}" presName="bgRect" presStyleLbl="bgShp" presStyleIdx="1" presStyleCnt="4"/>
      <dgm:spPr/>
    </dgm:pt>
    <dgm:pt modelId="{2F48991F-9E56-437F-8B2A-72C862181FD0}" type="pres">
      <dgm:prSet presAssocID="{B5E6B6AF-363C-463D-A32A-0DD034F00B6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DAD2EF89-1666-4C45-AC2A-1D0C1E2EF6ED}" type="pres">
      <dgm:prSet presAssocID="{B5E6B6AF-363C-463D-A32A-0DD034F00B69}" presName="spaceRect" presStyleCnt="0"/>
      <dgm:spPr/>
    </dgm:pt>
    <dgm:pt modelId="{C969FCBB-486D-4D30-920D-D883FE0574C4}" type="pres">
      <dgm:prSet presAssocID="{B5E6B6AF-363C-463D-A32A-0DD034F00B69}" presName="parTx" presStyleLbl="revTx" presStyleIdx="1" presStyleCnt="4">
        <dgm:presLayoutVars>
          <dgm:chMax val="0"/>
          <dgm:chPref val="0"/>
        </dgm:presLayoutVars>
      </dgm:prSet>
      <dgm:spPr/>
    </dgm:pt>
    <dgm:pt modelId="{5440B327-6C14-496C-84B7-F7C6DE92106C}" type="pres">
      <dgm:prSet presAssocID="{31182B89-53B5-490A-B1EE-58EC38B8300A}" presName="sibTrans" presStyleCnt="0"/>
      <dgm:spPr/>
    </dgm:pt>
    <dgm:pt modelId="{C7CC3401-0EC5-4536-8872-D363FDD668E8}" type="pres">
      <dgm:prSet presAssocID="{36584DA5-81D5-4B5D-93EF-24C25052E76B}" presName="compNode" presStyleCnt="0"/>
      <dgm:spPr/>
    </dgm:pt>
    <dgm:pt modelId="{510498F2-0655-4A25-8BBB-D023B64AAA67}" type="pres">
      <dgm:prSet presAssocID="{36584DA5-81D5-4B5D-93EF-24C25052E76B}" presName="bgRect" presStyleLbl="bgShp" presStyleIdx="2" presStyleCnt="4"/>
      <dgm:spPr/>
    </dgm:pt>
    <dgm:pt modelId="{AFFCA744-DD4C-4020-8817-EDD047C300E5}" type="pres">
      <dgm:prSet presAssocID="{36584DA5-81D5-4B5D-93EF-24C25052E7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92A82D6-F3DB-4D90-A60D-306F9C291453}" type="pres">
      <dgm:prSet presAssocID="{36584DA5-81D5-4B5D-93EF-24C25052E76B}" presName="spaceRect" presStyleCnt="0"/>
      <dgm:spPr/>
    </dgm:pt>
    <dgm:pt modelId="{CD1E3DCD-E379-4ADD-97D8-64CE770DC9CD}" type="pres">
      <dgm:prSet presAssocID="{36584DA5-81D5-4B5D-93EF-24C25052E76B}" presName="parTx" presStyleLbl="revTx" presStyleIdx="2" presStyleCnt="4">
        <dgm:presLayoutVars>
          <dgm:chMax val="0"/>
          <dgm:chPref val="0"/>
        </dgm:presLayoutVars>
      </dgm:prSet>
      <dgm:spPr/>
    </dgm:pt>
    <dgm:pt modelId="{1E19A0A6-6312-4AAC-8664-16750ECBCCA8}" type="pres">
      <dgm:prSet presAssocID="{B93229AF-2A5F-4754-98BB-8DC8BAD8D664}" presName="sibTrans" presStyleCnt="0"/>
      <dgm:spPr/>
    </dgm:pt>
    <dgm:pt modelId="{658511B8-7859-4D2E-9468-F3D7B11A563B}" type="pres">
      <dgm:prSet presAssocID="{CB00CEBB-D683-4A98-BDB1-4AF23141245B}" presName="compNode" presStyleCnt="0"/>
      <dgm:spPr/>
    </dgm:pt>
    <dgm:pt modelId="{4BB2A3C9-9DE1-40A3-B8D5-C6B8254C5BB0}" type="pres">
      <dgm:prSet presAssocID="{CB00CEBB-D683-4A98-BDB1-4AF23141245B}" presName="bgRect" presStyleLbl="bgShp" presStyleIdx="3" presStyleCnt="4"/>
      <dgm:spPr/>
    </dgm:pt>
    <dgm:pt modelId="{58BB028D-57CF-4378-BD94-AE32FB23438A}" type="pres">
      <dgm:prSet presAssocID="{CB00CEBB-D683-4A98-BDB1-4AF23141245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ADCB95C-31E7-4B22-A290-D0C29B352242}" type="pres">
      <dgm:prSet presAssocID="{CB00CEBB-D683-4A98-BDB1-4AF23141245B}" presName="spaceRect" presStyleCnt="0"/>
      <dgm:spPr/>
    </dgm:pt>
    <dgm:pt modelId="{92B84259-E252-4DBB-8BBC-5A440AF29ECF}" type="pres">
      <dgm:prSet presAssocID="{CB00CEBB-D683-4A98-BDB1-4AF23141245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4E2BB15-E424-4CFC-B38D-D89C684EFB77}" type="presOf" srcId="{003AF1E8-9F97-47AE-BC5D-D9B613F53A37}" destId="{E8E40070-B68B-4442-8AB4-AF1FE32C573C}" srcOrd="0" destOrd="0" presId="urn:microsoft.com/office/officeart/2018/2/layout/IconVerticalSolidList"/>
    <dgm:cxn modelId="{5FBA593E-1174-4629-B96E-4D2BAFF140F7}" srcId="{003AF1E8-9F97-47AE-BC5D-D9B613F53A37}" destId="{882850A2-0AF1-42C4-A794-D15E0643ABA3}" srcOrd="0" destOrd="0" parTransId="{8C6EA705-AEBA-4D6C-BF73-587A001AB809}" sibTransId="{CD091447-7A49-448E-BE76-79FD1EFA853B}"/>
    <dgm:cxn modelId="{65DAF44C-4351-4C62-81A4-101F891BEE48}" type="presOf" srcId="{882850A2-0AF1-42C4-A794-D15E0643ABA3}" destId="{EE3791F8-5DC3-4B7B-8C13-7F0E88B09E83}" srcOrd="0" destOrd="0" presId="urn:microsoft.com/office/officeart/2018/2/layout/IconVerticalSolidList"/>
    <dgm:cxn modelId="{CAD12982-5443-4E7F-979B-C15EFFDD4943}" srcId="{003AF1E8-9F97-47AE-BC5D-D9B613F53A37}" destId="{36584DA5-81D5-4B5D-93EF-24C25052E76B}" srcOrd="2" destOrd="0" parTransId="{41E205F1-D5AD-4FC8-BAC0-3852B5610B53}" sibTransId="{B93229AF-2A5F-4754-98BB-8DC8BAD8D664}"/>
    <dgm:cxn modelId="{50F5A4C5-54B2-4DC3-ACE2-F04277B7F153}" type="presOf" srcId="{CB00CEBB-D683-4A98-BDB1-4AF23141245B}" destId="{92B84259-E252-4DBB-8BBC-5A440AF29ECF}" srcOrd="0" destOrd="0" presId="urn:microsoft.com/office/officeart/2018/2/layout/IconVerticalSolidList"/>
    <dgm:cxn modelId="{109424C9-14C0-435B-B669-3FE9F6E27C2D}" type="presOf" srcId="{B5E6B6AF-363C-463D-A32A-0DD034F00B69}" destId="{C969FCBB-486D-4D30-920D-D883FE0574C4}" srcOrd="0" destOrd="0" presId="urn:microsoft.com/office/officeart/2018/2/layout/IconVerticalSolidList"/>
    <dgm:cxn modelId="{1CA603D4-8EA9-4F57-865D-657BEDDBAA36}" srcId="{003AF1E8-9F97-47AE-BC5D-D9B613F53A37}" destId="{B5E6B6AF-363C-463D-A32A-0DD034F00B69}" srcOrd="1" destOrd="0" parTransId="{5FB33340-5D85-4C0F-92DF-BF99DD70E1B6}" sibTransId="{31182B89-53B5-490A-B1EE-58EC38B8300A}"/>
    <dgm:cxn modelId="{ABB890DB-D38F-45C1-A0BF-2D52921FE319}" srcId="{003AF1E8-9F97-47AE-BC5D-D9B613F53A37}" destId="{CB00CEBB-D683-4A98-BDB1-4AF23141245B}" srcOrd="3" destOrd="0" parTransId="{DF2A8CCC-6253-4185-A3C7-1F2EDE1699A0}" sibTransId="{BB294DC6-79E9-44D4-A473-B723343C27CE}"/>
    <dgm:cxn modelId="{FA28FFE6-1CA4-4498-9790-6568F0955A5B}" type="presOf" srcId="{36584DA5-81D5-4B5D-93EF-24C25052E76B}" destId="{CD1E3DCD-E379-4ADD-97D8-64CE770DC9CD}" srcOrd="0" destOrd="0" presId="urn:microsoft.com/office/officeart/2018/2/layout/IconVerticalSolidList"/>
    <dgm:cxn modelId="{D886536D-A151-429E-84B5-6F3ABE967F1C}" type="presParOf" srcId="{E8E40070-B68B-4442-8AB4-AF1FE32C573C}" destId="{724A7573-5524-45C5-9E6C-A1BC22F58D50}" srcOrd="0" destOrd="0" presId="urn:microsoft.com/office/officeart/2018/2/layout/IconVerticalSolidList"/>
    <dgm:cxn modelId="{82AAB282-16B0-4872-98E6-31EC895804BF}" type="presParOf" srcId="{724A7573-5524-45C5-9E6C-A1BC22F58D50}" destId="{8222D53C-4643-4B35-9BDC-1F65F8898888}" srcOrd="0" destOrd="0" presId="urn:microsoft.com/office/officeart/2018/2/layout/IconVerticalSolidList"/>
    <dgm:cxn modelId="{844F215D-F61C-4AB2-B7D0-D906DF3B6158}" type="presParOf" srcId="{724A7573-5524-45C5-9E6C-A1BC22F58D50}" destId="{728BB320-D589-434C-A88F-F535D163C76F}" srcOrd="1" destOrd="0" presId="urn:microsoft.com/office/officeart/2018/2/layout/IconVerticalSolidList"/>
    <dgm:cxn modelId="{4033EF56-8832-4475-B85F-33A7A2A626DD}" type="presParOf" srcId="{724A7573-5524-45C5-9E6C-A1BC22F58D50}" destId="{F707C3A7-A6EC-44D6-8450-BC0F7F5C4481}" srcOrd="2" destOrd="0" presId="urn:microsoft.com/office/officeart/2018/2/layout/IconVerticalSolidList"/>
    <dgm:cxn modelId="{4C6C29FD-9320-4FD8-95F3-0DCAFBC36388}" type="presParOf" srcId="{724A7573-5524-45C5-9E6C-A1BC22F58D50}" destId="{EE3791F8-5DC3-4B7B-8C13-7F0E88B09E83}" srcOrd="3" destOrd="0" presId="urn:microsoft.com/office/officeart/2018/2/layout/IconVerticalSolidList"/>
    <dgm:cxn modelId="{FC548E7E-AE22-4352-820F-F47D977CFD98}" type="presParOf" srcId="{E8E40070-B68B-4442-8AB4-AF1FE32C573C}" destId="{868A8B38-E4D3-4A03-8B4C-968ED07B9516}" srcOrd="1" destOrd="0" presId="urn:microsoft.com/office/officeart/2018/2/layout/IconVerticalSolidList"/>
    <dgm:cxn modelId="{5057C610-0190-4D64-8949-1CE6B38E21EB}" type="presParOf" srcId="{E8E40070-B68B-4442-8AB4-AF1FE32C573C}" destId="{8B82BE04-2E72-4CBC-AA30-21FDF9087C9A}" srcOrd="2" destOrd="0" presId="urn:microsoft.com/office/officeart/2018/2/layout/IconVerticalSolidList"/>
    <dgm:cxn modelId="{44747038-F0CA-40A4-96C3-40A8A4B1C7C1}" type="presParOf" srcId="{8B82BE04-2E72-4CBC-AA30-21FDF9087C9A}" destId="{542A2982-0352-4AC0-98C8-6A04926737BE}" srcOrd="0" destOrd="0" presId="urn:microsoft.com/office/officeart/2018/2/layout/IconVerticalSolidList"/>
    <dgm:cxn modelId="{8C10637F-FF5D-4BFA-A6D7-1849613ED132}" type="presParOf" srcId="{8B82BE04-2E72-4CBC-AA30-21FDF9087C9A}" destId="{2F48991F-9E56-437F-8B2A-72C862181FD0}" srcOrd="1" destOrd="0" presId="urn:microsoft.com/office/officeart/2018/2/layout/IconVerticalSolidList"/>
    <dgm:cxn modelId="{6CB8E72A-85D5-42D4-8516-8B3D4A4F55FA}" type="presParOf" srcId="{8B82BE04-2E72-4CBC-AA30-21FDF9087C9A}" destId="{DAD2EF89-1666-4C45-AC2A-1D0C1E2EF6ED}" srcOrd="2" destOrd="0" presId="urn:microsoft.com/office/officeart/2018/2/layout/IconVerticalSolidList"/>
    <dgm:cxn modelId="{8D4BA0A0-5587-40B0-ACAD-001DA6AB312F}" type="presParOf" srcId="{8B82BE04-2E72-4CBC-AA30-21FDF9087C9A}" destId="{C969FCBB-486D-4D30-920D-D883FE0574C4}" srcOrd="3" destOrd="0" presId="urn:microsoft.com/office/officeart/2018/2/layout/IconVerticalSolidList"/>
    <dgm:cxn modelId="{BF668A0D-BD68-4DF5-A553-97B870A09432}" type="presParOf" srcId="{E8E40070-B68B-4442-8AB4-AF1FE32C573C}" destId="{5440B327-6C14-496C-84B7-F7C6DE92106C}" srcOrd="3" destOrd="0" presId="urn:microsoft.com/office/officeart/2018/2/layout/IconVerticalSolidList"/>
    <dgm:cxn modelId="{DE61EE69-BC77-4549-B577-C450EBE62B2A}" type="presParOf" srcId="{E8E40070-B68B-4442-8AB4-AF1FE32C573C}" destId="{C7CC3401-0EC5-4536-8872-D363FDD668E8}" srcOrd="4" destOrd="0" presId="urn:microsoft.com/office/officeart/2018/2/layout/IconVerticalSolidList"/>
    <dgm:cxn modelId="{308FEF05-3E50-4F99-B124-AD11B06AADB7}" type="presParOf" srcId="{C7CC3401-0EC5-4536-8872-D363FDD668E8}" destId="{510498F2-0655-4A25-8BBB-D023B64AAA67}" srcOrd="0" destOrd="0" presId="urn:microsoft.com/office/officeart/2018/2/layout/IconVerticalSolidList"/>
    <dgm:cxn modelId="{3E8365D7-433E-47B1-87C9-53A477F2F312}" type="presParOf" srcId="{C7CC3401-0EC5-4536-8872-D363FDD668E8}" destId="{AFFCA744-DD4C-4020-8817-EDD047C300E5}" srcOrd="1" destOrd="0" presId="urn:microsoft.com/office/officeart/2018/2/layout/IconVerticalSolidList"/>
    <dgm:cxn modelId="{FE8F8D05-3684-4078-9CC3-70A66DB6CE78}" type="presParOf" srcId="{C7CC3401-0EC5-4536-8872-D363FDD668E8}" destId="{692A82D6-F3DB-4D90-A60D-306F9C291453}" srcOrd="2" destOrd="0" presId="urn:microsoft.com/office/officeart/2018/2/layout/IconVerticalSolidList"/>
    <dgm:cxn modelId="{EE8DFA68-CED0-4424-8A6A-CC2F80515255}" type="presParOf" srcId="{C7CC3401-0EC5-4536-8872-D363FDD668E8}" destId="{CD1E3DCD-E379-4ADD-97D8-64CE770DC9CD}" srcOrd="3" destOrd="0" presId="urn:microsoft.com/office/officeart/2018/2/layout/IconVerticalSolidList"/>
    <dgm:cxn modelId="{E38DF5B2-9B79-447D-9E72-1D03F56C5B5A}" type="presParOf" srcId="{E8E40070-B68B-4442-8AB4-AF1FE32C573C}" destId="{1E19A0A6-6312-4AAC-8664-16750ECBCCA8}" srcOrd="5" destOrd="0" presId="urn:microsoft.com/office/officeart/2018/2/layout/IconVerticalSolidList"/>
    <dgm:cxn modelId="{A81D28CF-5821-4C0A-AF18-C82EBD167E53}" type="presParOf" srcId="{E8E40070-B68B-4442-8AB4-AF1FE32C573C}" destId="{658511B8-7859-4D2E-9468-F3D7B11A563B}" srcOrd="6" destOrd="0" presId="urn:microsoft.com/office/officeart/2018/2/layout/IconVerticalSolidList"/>
    <dgm:cxn modelId="{9BB7FA7C-FA62-41A0-BAD5-3E85EFC28A90}" type="presParOf" srcId="{658511B8-7859-4D2E-9468-F3D7B11A563B}" destId="{4BB2A3C9-9DE1-40A3-B8D5-C6B8254C5BB0}" srcOrd="0" destOrd="0" presId="urn:microsoft.com/office/officeart/2018/2/layout/IconVerticalSolidList"/>
    <dgm:cxn modelId="{4B8ADF73-6051-4FBA-A395-B9AB0C146376}" type="presParOf" srcId="{658511B8-7859-4D2E-9468-F3D7B11A563B}" destId="{58BB028D-57CF-4378-BD94-AE32FB23438A}" srcOrd="1" destOrd="0" presId="urn:microsoft.com/office/officeart/2018/2/layout/IconVerticalSolidList"/>
    <dgm:cxn modelId="{96E1C593-F784-4FB5-B2AE-427BF6DD925F}" type="presParOf" srcId="{658511B8-7859-4D2E-9468-F3D7B11A563B}" destId="{AADCB95C-31E7-4B22-A290-D0C29B352242}" srcOrd="2" destOrd="0" presId="urn:microsoft.com/office/officeart/2018/2/layout/IconVerticalSolidList"/>
    <dgm:cxn modelId="{DF486BF8-4FF3-43E3-9FD2-F938DFF2CCEF}" type="presParOf" srcId="{658511B8-7859-4D2E-9468-F3D7B11A563B}" destId="{92B84259-E252-4DBB-8BBC-5A440AF29EC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D45D5A-C400-49D1-B00A-2FAF9F09FC3F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C698C45-C2CF-4749-AAE7-01CDE6B9C9A4}">
      <dgm:prSet/>
      <dgm:spPr/>
      <dgm:t>
        <a:bodyPr/>
        <a:lstStyle/>
        <a:p>
          <a:r>
            <a:rPr lang="en-US" b="1"/>
            <a:t>TensorFlow &amp; PyTorch</a:t>
          </a:r>
          <a:r>
            <a:rPr lang="en-US"/>
            <a:t> – Building and training GANs</a:t>
          </a:r>
        </a:p>
      </dgm:t>
    </dgm:pt>
    <dgm:pt modelId="{D3895E13-A2CF-425F-97DD-D458955F50BC}" type="parTrans" cxnId="{CE2B2B96-98B9-4800-9A02-7EE9BAA3543A}">
      <dgm:prSet/>
      <dgm:spPr/>
      <dgm:t>
        <a:bodyPr/>
        <a:lstStyle/>
        <a:p>
          <a:endParaRPr lang="en-US"/>
        </a:p>
      </dgm:t>
    </dgm:pt>
    <dgm:pt modelId="{15BB2E17-05F1-441D-A3AB-EA9A97C6B1B7}" type="sibTrans" cxnId="{CE2B2B96-98B9-4800-9A02-7EE9BAA3543A}">
      <dgm:prSet/>
      <dgm:spPr/>
      <dgm:t>
        <a:bodyPr/>
        <a:lstStyle/>
        <a:p>
          <a:endParaRPr lang="en-US"/>
        </a:p>
      </dgm:t>
    </dgm:pt>
    <dgm:pt modelId="{4F9169E4-4556-4AA0-87F0-B1B94FEA3A76}">
      <dgm:prSet/>
      <dgm:spPr/>
      <dgm:t>
        <a:bodyPr/>
        <a:lstStyle/>
        <a:p>
          <a:r>
            <a:rPr lang="en-US" b="1"/>
            <a:t>FastGAN &amp; StyleGAN</a:t>
          </a:r>
          <a:r>
            <a:rPr lang="en-US"/>
            <a:t> – Pre-trained models for image generation</a:t>
          </a:r>
        </a:p>
      </dgm:t>
    </dgm:pt>
    <dgm:pt modelId="{52CA1087-BB2D-41AB-905B-F90E1D78EDFE}" type="parTrans" cxnId="{8E2B2C8F-EAC3-45DF-90F6-192DDAF16EB0}">
      <dgm:prSet/>
      <dgm:spPr/>
      <dgm:t>
        <a:bodyPr/>
        <a:lstStyle/>
        <a:p>
          <a:endParaRPr lang="en-US"/>
        </a:p>
      </dgm:t>
    </dgm:pt>
    <dgm:pt modelId="{AA72C6B3-7466-47C2-98DC-02426B29CE2D}" type="sibTrans" cxnId="{8E2B2C8F-EAC3-45DF-90F6-192DDAF16EB0}">
      <dgm:prSet/>
      <dgm:spPr/>
      <dgm:t>
        <a:bodyPr/>
        <a:lstStyle/>
        <a:p>
          <a:endParaRPr lang="en-US"/>
        </a:p>
      </dgm:t>
    </dgm:pt>
    <dgm:pt modelId="{C0DAE70D-29AF-4BBE-9233-B9D7E548CBFF}">
      <dgm:prSet/>
      <dgm:spPr/>
      <dgm:t>
        <a:bodyPr/>
        <a:lstStyle/>
        <a:p>
          <a:r>
            <a:rPr lang="en-US" b="1"/>
            <a:t>Google Colab &amp; Jupyter Notebook</a:t>
          </a:r>
          <a:r>
            <a:rPr lang="en-US"/>
            <a:t> – Running GAN models efficiently</a:t>
          </a:r>
        </a:p>
      </dgm:t>
    </dgm:pt>
    <dgm:pt modelId="{F975DC00-80FD-496E-9C07-434206F61C7C}" type="parTrans" cxnId="{1B8751BE-F22E-4F53-B911-BD3DCBDF04DA}">
      <dgm:prSet/>
      <dgm:spPr/>
      <dgm:t>
        <a:bodyPr/>
        <a:lstStyle/>
        <a:p>
          <a:endParaRPr lang="en-US"/>
        </a:p>
      </dgm:t>
    </dgm:pt>
    <dgm:pt modelId="{D5888488-116F-45B3-88B8-E53B8EEEBFD7}" type="sibTrans" cxnId="{1B8751BE-F22E-4F53-B911-BD3DCBDF04DA}">
      <dgm:prSet/>
      <dgm:spPr/>
      <dgm:t>
        <a:bodyPr/>
        <a:lstStyle/>
        <a:p>
          <a:endParaRPr lang="en-US"/>
        </a:p>
      </dgm:t>
    </dgm:pt>
    <dgm:pt modelId="{FA120173-C967-4433-A602-D8FFF9399408}">
      <dgm:prSet/>
      <dgm:spPr/>
      <dgm:t>
        <a:bodyPr/>
        <a:lstStyle/>
        <a:p>
          <a:r>
            <a:rPr lang="en-US" b="1"/>
            <a:t>OpenAI’s DALL·E</a:t>
          </a:r>
          <a:r>
            <a:rPr lang="en-US"/>
            <a:t> – AI-powered image synthesis</a:t>
          </a:r>
        </a:p>
      </dgm:t>
    </dgm:pt>
    <dgm:pt modelId="{4D38C16D-37FC-4A5B-A3AB-E58982275EA0}" type="parTrans" cxnId="{105EE866-21B3-47DB-9F72-AB5D1CCA3466}">
      <dgm:prSet/>
      <dgm:spPr/>
      <dgm:t>
        <a:bodyPr/>
        <a:lstStyle/>
        <a:p>
          <a:endParaRPr lang="en-US"/>
        </a:p>
      </dgm:t>
    </dgm:pt>
    <dgm:pt modelId="{BD7C0753-2CFD-4797-8D07-AD6A4BC70839}" type="sibTrans" cxnId="{105EE866-21B3-47DB-9F72-AB5D1CCA3466}">
      <dgm:prSet/>
      <dgm:spPr/>
      <dgm:t>
        <a:bodyPr/>
        <a:lstStyle/>
        <a:p>
          <a:endParaRPr lang="en-US"/>
        </a:p>
      </dgm:t>
    </dgm:pt>
    <dgm:pt modelId="{6867BF11-44ED-344D-8407-441E90F2AFED}" type="pres">
      <dgm:prSet presAssocID="{24D45D5A-C400-49D1-B00A-2FAF9F09FC3F}" presName="vert0" presStyleCnt="0">
        <dgm:presLayoutVars>
          <dgm:dir/>
          <dgm:animOne val="branch"/>
          <dgm:animLvl val="lvl"/>
        </dgm:presLayoutVars>
      </dgm:prSet>
      <dgm:spPr/>
    </dgm:pt>
    <dgm:pt modelId="{F31A7157-1DFA-824D-ACCF-C3073930582E}" type="pres">
      <dgm:prSet presAssocID="{3C698C45-C2CF-4749-AAE7-01CDE6B9C9A4}" presName="thickLine" presStyleLbl="alignNode1" presStyleIdx="0" presStyleCnt="4"/>
      <dgm:spPr/>
    </dgm:pt>
    <dgm:pt modelId="{EF4CE171-680C-E647-9DC7-E274B1418B03}" type="pres">
      <dgm:prSet presAssocID="{3C698C45-C2CF-4749-AAE7-01CDE6B9C9A4}" presName="horz1" presStyleCnt="0"/>
      <dgm:spPr/>
    </dgm:pt>
    <dgm:pt modelId="{E8C85221-9969-864D-9FDD-81E064233B0B}" type="pres">
      <dgm:prSet presAssocID="{3C698C45-C2CF-4749-AAE7-01CDE6B9C9A4}" presName="tx1" presStyleLbl="revTx" presStyleIdx="0" presStyleCnt="4"/>
      <dgm:spPr/>
    </dgm:pt>
    <dgm:pt modelId="{A08510A9-9571-A147-A696-937A734D819A}" type="pres">
      <dgm:prSet presAssocID="{3C698C45-C2CF-4749-AAE7-01CDE6B9C9A4}" presName="vert1" presStyleCnt="0"/>
      <dgm:spPr/>
    </dgm:pt>
    <dgm:pt modelId="{1F464448-1CC7-524B-9E01-3BED584000E2}" type="pres">
      <dgm:prSet presAssocID="{4F9169E4-4556-4AA0-87F0-B1B94FEA3A76}" presName="thickLine" presStyleLbl="alignNode1" presStyleIdx="1" presStyleCnt="4"/>
      <dgm:spPr/>
    </dgm:pt>
    <dgm:pt modelId="{15C855A8-CBBE-1B4C-BF84-205E615D2FD5}" type="pres">
      <dgm:prSet presAssocID="{4F9169E4-4556-4AA0-87F0-B1B94FEA3A76}" presName="horz1" presStyleCnt="0"/>
      <dgm:spPr/>
    </dgm:pt>
    <dgm:pt modelId="{30AAAB4D-6DC1-1048-83A3-A8D9300D9078}" type="pres">
      <dgm:prSet presAssocID="{4F9169E4-4556-4AA0-87F0-B1B94FEA3A76}" presName="tx1" presStyleLbl="revTx" presStyleIdx="1" presStyleCnt="4"/>
      <dgm:spPr/>
    </dgm:pt>
    <dgm:pt modelId="{E2CA62ED-334C-EE40-9623-FDE9CBA1E89E}" type="pres">
      <dgm:prSet presAssocID="{4F9169E4-4556-4AA0-87F0-B1B94FEA3A76}" presName="vert1" presStyleCnt="0"/>
      <dgm:spPr/>
    </dgm:pt>
    <dgm:pt modelId="{42265904-FFFC-F74D-9ACF-C688DE7AD753}" type="pres">
      <dgm:prSet presAssocID="{C0DAE70D-29AF-4BBE-9233-B9D7E548CBFF}" presName="thickLine" presStyleLbl="alignNode1" presStyleIdx="2" presStyleCnt="4"/>
      <dgm:spPr/>
    </dgm:pt>
    <dgm:pt modelId="{34459CF3-0C89-FA4C-82B4-023A9AA4552B}" type="pres">
      <dgm:prSet presAssocID="{C0DAE70D-29AF-4BBE-9233-B9D7E548CBFF}" presName="horz1" presStyleCnt="0"/>
      <dgm:spPr/>
    </dgm:pt>
    <dgm:pt modelId="{05B7DCBB-B738-8942-846D-861523BF4739}" type="pres">
      <dgm:prSet presAssocID="{C0DAE70D-29AF-4BBE-9233-B9D7E548CBFF}" presName="tx1" presStyleLbl="revTx" presStyleIdx="2" presStyleCnt="4"/>
      <dgm:spPr/>
    </dgm:pt>
    <dgm:pt modelId="{4259288A-F34F-ED47-BF5C-51DE4CDCD577}" type="pres">
      <dgm:prSet presAssocID="{C0DAE70D-29AF-4BBE-9233-B9D7E548CBFF}" presName="vert1" presStyleCnt="0"/>
      <dgm:spPr/>
    </dgm:pt>
    <dgm:pt modelId="{978DE85A-1DBC-2B47-90E8-FA4B4185261D}" type="pres">
      <dgm:prSet presAssocID="{FA120173-C967-4433-A602-D8FFF9399408}" presName="thickLine" presStyleLbl="alignNode1" presStyleIdx="3" presStyleCnt="4"/>
      <dgm:spPr/>
    </dgm:pt>
    <dgm:pt modelId="{6A22AC61-BC30-D84C-BCBE-CB8E8F42AD39}" type="pres">
      <dgm:prSet presAssocID="{FA120173-C967-4433-A602-D8FFF9399408}" presName="horz1" presStyleCnt="0"/>
      <dgm:spPr/>
    </dgm:pt>
    <dgm:pt modelId="{AD9C1DBA-45BE-AD42-BFD9-959A457B8EB4}" type="pres">
      <dgm:prSet presAssocID="{FA120173-C967-4433-A602-D8FFF9399408}" presName="tx1" presStyleLbl="revTx" presStyleIdx="3" presStyleCnt="4"/>
      <dgm:spPr/>
    </dgm:pt>
    <dgm:pt modelId="{D761C042-980D-DC4D-BFEA-9AD9A1297774}" type="pres">
      <dgm:prSet presAssocID="{FA120173-C967-4433-A602-D8FFF9399408}" presName="vert1" presStyleCnt="0"/>
      <dgm:spPr/>
    </dgm:pt>
  </dgm:ptLst>
  <dgm:cxnLst>
    <dgm:cxn modelId="{6D3E7F44-51C2-FB46-82C0-D3AED89005E9}" type="presOf" srcId="{C0DAE70D-29AF-4BBE-9233-B9D7E548CBFF}" destId="{05B7DCBB-B738-8942-846D-861523BF4739}" srcOrd="0" destOrd="0" presId="urn:microsoft.com/office/officeart/2008/layout/LinedList"/>
    <dgm:cxn modelId="{05A65164-0367-9F47-9B25-2DA874C78C8B}" type="presOf" srcId="{3C698C45-C2CF-4749-AAE7-01CDE6B9C9A4}" destId="{E8C85221-9969-864D-9FDD-81E064233B0B}" srcOrd="0" destOrd="0" presId="urn:microsoft.com/office/officeart/2008/layout/LinedList"/>
    <dgm:cxn modelId="{105EE866-21B3-47DB-9F72-AB5D1CCA3466}" srcId="{24D45D5A-C400-49D1-B00A-2FAF9F09FC3F}" destId="{FA120173-C967-4433-A602-D8FFF9399408}" srcOrd="3" destOrd="0" parTransId="{4D38C16D-37FC-4A5B-A3AB-E58982275EA0}" sibTransId="{BD7C0753-2CFD-4797-8D07-AD6A4BC70839}"/>
    <dgm:cxn modelId="{EFBF787B-674C-8440-9E42-0A0D9202D708}" type="presOf" srcId="{24D45D5A-C400-49D1-B00A-2FAF9F09FC3F}" destId="{6867BF11-44ED-344D-8407-441E90F2AFED}" srcOrd="0" destOrd="0" presId="urn:microsoft.com/office/officeart/2008/layout/LinedList"/>
    <dgm:cxn modelId="{8E2B2C8F-EAC3-45DF-90F6-192DDAF16EB0}" srcId="{24D45D5A-C400-49D1-B00A-2FAF9F09FC3F}" destId="{4F9169E4-4556-4AA0-87F0-B1B94FEA3A76}" srcOrd="1" destOrd="0" parTransId="{52CA1087-BB2D-41AB-905B-F90E1D78EDFE}" sibTransId="{AA72C6B3-7466-47C2-98DC-02426B29CE2D}"/>
    <dgm:cxn modelId="{CE2B2B96-98B9-4800-9A02-7EE9BAA3543A}" srcId="{24D45D5A-C400-49D1-B00A-2FAF9F09FC3F}" destId="{3C698C45-C2CF-4749-AAE7-01CDE6B9C9A4}" srcOrd="0" destOrd="0" parTransId="{D3895E13-A2CF-425F-97DD-D458955F50BC}" sibTransId="{15BB2E17-05F1-441D-A3AB-EA9A97C6B1B7}"/>
    <dgm:cxn modelId="{4F1F82A2-5606-E54E-8E53-039BC8D11DB2}" type="presOf" srcId="{4F9169E4-4556-4AA0-87F0-B1B94FEA3A76}" destId="{30AAAB4D-6DC1-1048-83A3-A8D9300D9078}" srcOrd="0" destOrd="0" presId="urn:microsoft.com/office/officeart/2008/layout/LinedList"/>
    <dgm:cxn modelId="{085D28AC-03A5-A34A-B172-684B52FB9A5E}" type="presOf" srcId="{FA120173-C967-4433-A602-D8FFF9399408}" destId="{AD9C1DBA-45BE-AD42-BFD9-959A457B8EB4}" srcOrd="0" destOrd="0" presId="urn:microsoft.com/office/officeart/2008/layout/LinedList"/>
    <dgm:cxn modelId="{1B8751BE-F22E-4F53-B911-BD3DCBDF04DA}" srcId="{24D45D5A-C400-49D1-B00A-2FAF9F09FC3F}" destId="{C0DAE70D-29AF-4BBE-9233-B9D7E548CBFF}" srcOrd="2" destOrd="0" parTransId="{F975DC00-80FD-496E-9C07-434206F61C7C}" sibTransId="{D5888488-116F-45B3-88B8-E53B8EEEBFD7}"/>
    <dgm:cxn modelId="{6CD539BB-0D85-E247-A083-5E38A73B5EF0}" type="presParOf" srcId="{6867BF11-44ED-344D-8407-441E90F2AFED}" destId="{F31A7157-1DFA-824D-ACCF-C3073930582E}" srcOrd="0" destOrd="0" presId="urn:microsoft.com/office/officeart/2008/layout/LinedList"/>
    <dgm:cxn modelId="{070B41E0-8E81-7347-BB65-470CA5C0E41C}" type="presParOf" srcId="{6867BF11-44ED-344D-8407-441E90F2AFED}" destId="{EF4CE171-680C-E647-9DC7-E274B1418B03}" srcOrd="1" destOrd="0" presId="urn:microsoft.com/office/officeart/2008/layout/LinedList"/>
    <dgm:cxn modelId="{851D4F88-5CD5-774A-A609-AEC0E190E263}" type="presParOf" srcId="{EF4CE171-680C-E647-9DC7-E274B1418B03}" destId="{E8C85221-9969-864D-9FDD-81E064233B0B}" srcOrd="0" destOrd="0" presId="urn:microsoft.com/office/officeart/2008/layout/LinedList"/>
    <dgm:cxn modelId="{4D0501D0-86F1-7444-B5A5-36011454E336}" type="presParOf" srcId="{EF4CE171-680C-E647-9DC7-E274B1418B03}" destId="{A08510A9-9571-A147-A696-937A734D819A}" srcOrd="1" destOrd="0" presId="urn:microsoft.com/office/officeart/2008/layout/LinedList"/>
    <dgm:cxn modelId="{BFEB3BD8-67DA-1D45-830B-50C799C7945A}" type="presParOf" srcId="{6867BF11-44ED-344D-8407-441E90F2AFED}" destId="{1F464448-1CC7-524B-9E01-3BED584000E2}" srcOrd="2" destOrd="0" presId="urn:microsoft.com/office/officeart/2008/layout/LinedList"/>
    <dgm:cxn modelId="{A774C3DE-73D4-1444-A293-0DCBDAB3B0B0}" type="presParOf" srcId="{6867BF11-44ED-344D-8407-441E90F2AFED}" destId="{15C855A8-CBBE-1B4C-BF84-205E615D2FD5}" srcOrd="3" destOrd="0" presId="urn:microsoft.com/office/officeart/2008/layout/LinedList"/>
    <dgm:cxn modelId="{C0626A5F-29FA-264F-AC25-E3EDD8FE1C58}" type="presParOf" srcId="{15C855A8-CBBE-1B4C-BF84-205E615D2FD5}" destId="{30AAAB4D-6DC1-1048-83A3-A8D9300D9078}" srcOrd="0" destOrd="0" presId="urn:microsoft.com/office/officeart/2008/layout/LinedList"/>
    <dgm:cxn modelId="{016F60CA-7A39-D645-8D51-779F9F92EFEF}" type="presParOf" srcId="{15C855A8-CBBE-1B4C-BF84-205E615D2FD5}" destId="{E2CA62ED-334C-EE40-9623-FDE9CBA1E89E}" srcOrd="1" destOrd="0" presId="urn:microsoft.com/office/officeart/2008/layout/LinedList"/>
    <dgm:cxn modelId="{6CAF8E84-E8DE-2B43-A1B0-29465846F868}" type="presParOf" srcId="{6867BF11-44ED-344D-8407-441E90F2AFED}" destId="{42265904-FFFC-F74D-9ACF-C688DE7AD753}" srcOrd="4" destOrd="0" presId="urn:microsoft.com/office/officeart/2008/layout/LinedList"/>
    <dgm:cxn modelId="{0BB2DD09-2A99-F446-9EE2-D6E4461C6AEC}" type="presParOf" srcId="{6867BF11-44ED-344D-8407-441E90F2AFED}" destId="{34459CF3-0C89-FA4C-82B4-023A9AA4552B}" srcOrd="5" destOrd="0" presId="urn:microsoft.com/office/officeart/2008/layout/LinedList"/>
    <dgm:cxn modelId="{43C6FDD9-B91B-F846-B037-23E93573D9F3}" type="presParOf" srcId="{34459CF3-0C89-FA4C-82B4-023A9AA4552B}" destId="{05B7DCBB-B738-8942-846D-861523BF4739}" srcOrd="0" destOrd="0" presId="urn:microsoft.com/office/officeart/2008/layout/LinedList"/>
    <dgm:cxn modelId="{A6AAEB30-9099-5348-BA55-0971BCA48AB1}" type="presParOf" srcId="{34459CF3-0C89-FA4C-82B4-023A9AA4552B}" destId="{4259288A-F34F-ED47-BF5C-51DE4CDCD577}" srcOrd="1" destOrd="0" presId="urn:microsoft.com/office/officeart/2008/layout/LinedList"/>
    <dgm:cxn modelId="{76AC5ACE-B25F-6440-8033-B8FEC3292962}" type="presParOf" srcId="{6867BF11-44ED-344D-8407-441E90F2AFED}" destId="{978DE85A-1DBC-2B47-90E8-FA4B4185261D}" srcOrd="6" destOrd="0" presId="urn:microsoft.com/office/officeart/2008/layout/LinedList"/>
    <dgm:cxn modelId="{ADF5E233-AD0C-8C49-B3C2-06DA26C98B42}" type="presParOf" srcId="{6867BF11-44ED-344D-8407-441E90F2AFED}" destId="{6A22AC61-BC30-D84C-BCBE-CB8E8F42AD39}" srcOrd="7" destOrd="0" presId="urn:microsoft.com/office/officeart/2008/layout/LinedList"/>
    <dgm:cxn modelId="{A04B1FFD-30CE-4644-A9BB-17F562D093A5}" type="presParOf" srcId="{6A22AC61-BC30-D84C-BCBE-CB8E8F42AD39}" destId="{AD9C1DBA-45BE-AD42-BFD9-959A457B8EB4}" srcOrd="0" destOrd="0" presId="urn:microsoft.com/office/officeart/2008/layout/LinedList"/>
    <dgm:cxn modelId="{01EB6FBC-ACD7-7045-BF17-B0B7E8F9005D}" type="presParOf" srcId="{6A22AC61-BC30-D84C-BCBE-CB8E8F42AD39}" destId="{D761C042-980D-DC4D-BFEA-9AD9A12977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3E87EF-83CA-4FDE-8DBC-B665AF4F8E25}">
      <dsp:nvSpPr>
        <dsp:cNvPr id="0" name=""/>
        <dsp:cNvSpPr/>
      </dsp:nvSpPr>
      <dsp:spPr>
        <a:xfrm>
          <a:off x="438504" y="1265471"/>
          <a:ext cx="715078" cy="7150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EFACE-0C4F-47E9-9DD0-32C35D29D42C}">
      <dsp:nvSpPr>
        <dsp:cNvPr id="0" name=""/>
        <dsp:cNvSpPr/>
      </dsp:nvSpPr>
      <dsp:spPr>
        <a:xfrm>
          <a:off x="1512" y="2232118"/>
          <a:ext cx="1589062" cy="695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Generative AI has evolved significantly over the years:</a:t>
          </a:r>
        </a:p>
      </dsp:txBody>
      <dsp:txXfrm>
        <a:off x="1512" y="2232118"/>
        <a:ext cx="1589062" cy="695214"/>
      </dsp:txXfrm>
    </dsp:sp>
    <dsp:sp modelId="{10F78982-7A52-4CD0-AE7F-F8893FFCE57D}">
      <dsp:nvSpPr>
        <dsp:cNvPr id="0" name=""/>
        <dsp:cNvSpPr/>
      </dsp:nvSpPr>
      <dsp:spPr>
        <a:xfrm>
          <a:off x="2305652" y="1265471"/>
          <a:ext cx="715078" cy="715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7C86A-683E-49D2-8C90-6A3E9A04D32E}">
      <dsp:nvSpPr>
        <dsp:cNvPr id="0" name=""/>
        <dsp:cNvSpPr/>
      </dsp:nvSpPr>
      <dsp:spPr>
        <a:xfrm>
          <a:off x="1868660" y="2232118"/>
          <a:ext cx="1589062" cy="695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</a:t>
          </a:r>
          <a:r>
            <a:rPr lang="en-US" sz="1100" b="1" kern="1200"/>
            <a:t>2000s:</a:t>
          </a:r>
          <a:r>
            <a:rPr lang="en-US" sz="1100" kern="1200"/>
            <a:t> Early statistical methods (e.g., Markov Chains, Hidden Markov Models)</a:t>
          </a:r>
        </a:p>
      </dsp:txBody>
      <dsp:txXfrm>
        <a:off x="1868660" y="2232118"/>
        <a:ext cx="1589062" cy="695214"/>
      </dsp:txXfrm>
    </dsp:sp>
    <dsp:sp modelId="{AAFD152F-3661-484B-ADB9-87A03F0398C4}">
      <dsp:nvSpPr>
        <dsp:cNvPr id="0" name=""/>
        <dsp:cNvSpPr/>
      </dsp:nvSpPr>
      <dsp:spPr>
        <a:xfrm>
          <a:off x="4172801" y="1265471"/>
          <a:ext cx="715078" cy="7150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C546F-86EC-4E52-918C-7AE0A4C3F77A}">
      <dsp:nvSpPr>
        <dsp:cNvPr id="0" name=""/>
        <dsp:cNvSpPr/>
      </dsp:nvSpPr>
      <dsp:spPr>
        <a:xfrm>
          <a:off x="3735809" y="2232118"/>
          <a:ext cx="1589062" cy="695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</a:t>
          </a:r>
          <a:r>
            <a:rPr lang="en-US" sz="1100" b="1" kern="1200"/>
            <a:t>2014:</a:t>
          </a:r>
          <a:r>
            <a:rPr lang="en-US" sz="1100" kern="1200"/>
            <a:t> Generative Adversarial Networks (GANs) introduced by Ian Goodfellow</a:t>
          </a:r>
        </a:p>
      </dsp:txBody>
      <dsp:txXfrm>
        <a:off x="3735809" y="2232118"/>
        <a:ext cx="1589062" cy="695214"/>
      </dsp:txXfrm>
    </dsp:sp>
    <dsp:sp modelId="{A541114A-2464-49AF-AEA6-699A615C15E4}">
      <dsp:nvSpPr>
        <dsp:cNvPr id="0" name=""/>
        <dsp:cNvSpPr/>
      </dsp:nvSpPr>
      <dsp:spPr>
        <a:xfrm>
          <a:off x="6039949" y="1265471"/>
          <a:ext cx="715078" cy="7150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A3B83-4A2E-46F5-9E82-4A4D4596501C}">
      <dsp:nvSpPr>
        <dsp:cNvPr id="0" name=""/>
        <dsp:cNvSpPr/>
      </dsp:nvSpPr>
      <dsp:spPr>
        <a:xfrm>
          <a:off x="5602957" y="2232118"/>
          <a:ext cx="1589062" cy="695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</a:t>
          </a:r>
          <a:r>
            <a:rPr lang="en-US" sz="1100" b="1" kern="1200"/>
            <a:t>2017:</a:t>
          </a:r>
          <a:r>
            <a:rPr lang="en-US" sz="1100" kern="1200"/>
            <a:t> Transformer architecture introduced (led to powerful LLMs like GPT, BERT)</a:t>
          </a:r>
        </a:p>
      </dsp:txBody>
      <dsp:txXfrm>
        <a:off x="5602957" y="2232118"/>
        <a:ext cx="1589062" cy="695214"/>
      </dsp:txXfrm>
    </dsp:sp>
    <dsp:sp modelId="{AFB8E36A-C246-4F01-8ABF-5693BDE61801}">
      <dsp:nvSpPr>
        <dsp:cNvPr id="0" name=""/>
        <dsp:cNvSpPr/>
      </dsp:nvSpPr>
      <dsp:spPr>
        <a:xfrm>
          <a:off x="7907098" y="1265471"/>
          <a:ext cx="715078" cy="7150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46F26-183D-4D1A-8279-60A96AD60C2A}">
      <dsp:nvSpPr>
        <dsp:cNvPr id="0" name=""/>
        <dsp:cNvSpPr/>
      </dsp:nvSpPr>
      <dsp:spPr>
        <a:xfrm>
          <a:off x="7470105" y="2232118"/>
          <a:ext cx="1589062" cy="695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</a:t>
          </a:r>
          <a:r>
            <a:rPr lang="en-US" sz="1100" b="1" kern="1200"/>
            <a:t>2020s:</a:t>
          </a:r>
          <a:r>
            <a:rPr lang="en-US" sz="1100" kern="1200"/>
            <a:t> AI systems like </a:t>
          </a:r>
          <a:r>
            <a:rPr lang="en-US" sz="1100" b="1" kern="1200"/>
            <a:t>DALL·E, Stable Diffusion, and ChatGPT</a:t>
          </a:r>
          <a:r>
            <a:rPr lang="en-US" sz="1100" kern="1200"/>
            <a:t> revolutionized text, image, and video generation</a:t>
          </a:r>
        </a:p>
      </dsp:txBody>
      <dsp:txXfrm>
        <a:off x="7470105" y="2232118"/>
        <a:ext cx="1589062" cy="695214"/>
      </dsp:txXfrm>
    </dsp:sp>
    <dsp:sp modelId="{2725B503-BDA2-45BA-98D9-F3995F48F572}">
      <dsp:nvSpPr>
        <dsp:cNvPr id="0" name=""/>
        <dsp:cNvSpPr/>
      </dsp:nvSpPr>
      <dsp:spPr>
        <a:xfrm>
          <a:off x="9774246" y="1265471"/>
          <a:ext cx="715078" cy="71507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FFD5E-AE46-42AC-814B-035B5ECF3707}">
      <dsp:nvSpPr>
        <dsp:cNvPr id="0" name=""/>
        <dsp:cNvSpPr/>
      </dsp:nvSpPr>
      <dsp:spPr>
        <a:xfrm>
          <a:off x="9337254" y="2232118"/>
          <a:ext cx="1589062" cy="695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</a:t>
          </a:r>
          <a:r>
            <a:rPr lang="en-US" sz="1100" b="1" kern="1200"/>
            <a:t>2023-Present:</a:t>
          </a:r>
          <a:r>
            <a:rPr lang="en-US" sz="1100" kern="1200"/>
            <a:t> Rise of </a:t>
          </a:r>
          <a:r>
            <a:rPr lang="en-US" sz="1100" b="1" kern="1200"/>
            <a:t>Agentic AI</a:t>
          </a:r>
          <a:r>
            <a:rPr lang="en-US" sz="1100" kern="1200"/>
            <a:t> where AI can autonomously interact with tools and APIs to complete tasks</a:t>
          </a:r>
        </a:p>
      </dsp:txBody>
      <dsp:txXfrm>
        <a:off x="9337254" y="2232118"/>
        <a:ext cx="1589062" cy="6952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165ECB-A65B-4268-BC69-41358E6BD2D3}">
      <dsp:nvSpPr>
        <dsp:cNvPr id="0" name=""/>
        <dsp:cNvSpPr/>
      </dsp:nvSpPr>
      <dsp:spPr>
        <a:xfrm>
          <a:off x="0" y="1783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222EF6-1253-4F0E-901A-7A980BD9837F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B2739-72D4-4ED3-98D2-154F95829E04}">
      <dsp:nvSpPr>
        <dsp:cNvPr id="0" name=""/>
        <dsp:cNvSpPr/>
      </dsp:nvSpPr>
      <dsp:spPr>
        <a:xfrm>
          <a:off x="877842" y="1783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Text Generation:</a:t>
          </a:r>
          <a:r>
            <a:rPr lang="en-US" sz="1900" kern="1200"/>
            <a:t> Chatbots (ChatGPT, Bard), AI-based writing tools (Copy.ai)</a:t>
          </a:r>
        </a:p>
      </dsp:txBody>
      <dsp:txXfrm>
        <a:off x="877842" y="1783"/>
        <a:ext cx="5486381" cy="760036"/>
      </dsp:txXfrm>
    </dsp:sp>
    <dsp:sp modelId="{446FABAD-DEB0-4FFE-810A-102FF0051CF1}">
      <dsp:nvSpPr>
        <dsp:cNvPr id="0" name=""/>
        <dsp:cNvSpPr/>
      </dsp:nvSpPr>
      <dsp:spPr>
        <a:xfrm>
          <a:off x="0" y="951829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18352-2FE6-466C-9A41-930826A7D463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F28FD-A469-45EB-BFA8-FF969508B1CD}">
      <dsp:nvSpPr>
        <dsp:cNvPr id="0" name=""/>
        <dsp:cNvSpPr/>
      </dsp:nvSpPr>
      <dsp:spPr>
        <a:xfrm>
          <a:off x="877842" y="951829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Image Synthesis:</a:t>
          </a:r>
          <a:r>
            <a:rPr lang="en-US" sz="1900" kern="1200"/>
            <a:t> AI-generated art (DALL·E, Stable Diffusion, MidJourney)</a:t>
          </a:r>
        </a:p>
      </dsp:txBody>
      <dsp:txXfrm>
        <a:off x="877842" y="951829"/>
        <a:ext cx="5486381" cy="760036"/>
      </dsp:txXfrm>
    </dsp:sp>
    <dsp:sp modelId="{CE7EC92F-A033-4008-9A88-1C6B2BCBE358}">
      <dsp:nvSpPr>
        <dsp:cNvPr id="0" name=""/>
        <dsp:cNvSpPr/>
      </dsp:nvSpPr>
      <dsp:spPr>
        <a:xfrm>
          <a:off x="0" y="1901874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C94ED-B451-4AB1-A99D-DC6526CADAAF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7EEBA-3ECE-4A0F-95B1-9FD72B411188}">
      <dsp:nvSpPr>
        <dsp:cNvPr id="0" name=""/>
        <dsp:cNvSpPr/>
      </dsp:nvSpPr>
      <dsp:spPr>
        <a:xfrm>
          <a:off x="877842" y="1901874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Video Generation:</a:t>
          </a:r>
          <a:r>
            <a:rPr lang="en-US" sz="1900" kern="1200"/>
            <a:t> Deepfake videos, AI-driven content creation (RunwayML)</a:t>
          </a:r>
        </a:p>
      </dsp:txBody>
      <dsp:txXfrm>
        <a:off x="877842" y="1901874"/>
        <a:ext cx="5486381" cy="760036"/>
      </dsp:txXfrm>
    </dsp:sp>
    <dsp:sp modelId="{920D575F-E822-4DB8-B553-2B5939212F65}">
      <dsp:nvSpPr>
        <dsp:cNvPr id="0" name=""/>
        <dsp:cNvSpPr/>
      </dsp:nvSpPr>
      <dsp:spPr>
        <a:xfrm>
          <a:off x="0" y="2851920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2AD6F-A0E8-459F-BB67-429A41DA374F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8A46B-60BA-4F17-A1AF-EFB29A873500}">
      <dsp:nvSpPr>
        <dsp:cNvPr id="0" name=""/>
        <dsp:cNvSpPr/>
      </dsp:nvSpPr>
      <dsp:spPr>
        <a:xfrm>
          <a:off x="877842" y="2851920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Code Generation:</a:t>
          </a:r>
          <a:r>
            <a:rPr lang="en-US" sz="1900" kern="1200"/>
            <a:t> AI-powered coding assistants (GitHub Copilot, CodeGeeX)</a:t>
          </a:r>
        </a:p>
      </dsp:txBody>
      <dsp:txXfrm>
        <a:off x="877842" y="2851920"/>
        <a:ext cx="5486381" cy="760036"/>
      </dsp:txXfrm>
    </dsp:sp>
    <dsp:sp modelId="{87F23252-3FE8-416A-93CD-13EF432D1296}">
      <dsp:nvSpPr>
        <dsp:cNvPr id="0" name=""/>
        <dsp:cNvSpPr/>
      </dsp:nvSpPr>
      <dsp:spPr>
        <a:xfrm>
          <a:off x="0" y="3801966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D8CD3-B6D9-4505-812C-036FD3E15F28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D87966-BB8A-4271-AC3B-DE85C33EA669}">
      <dsp:nvSpPr>
        <dsp:cNvPr id="0" name=""/>
        <dsp:cNvSpPr/>
      </dsp:nvSpPr>
      <dsp:spPr>
        <a:xfrm>
          <a:off x="877842" y="3801966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Healthcare:</a:t>
          </a:r>
          <a:r>
            <a:rPr lang="en-US" sz="1900" kern="1200"/>
            <a:t> AI-assisted drug discovery, medical image enhancement</a:t>
          </a:r>
        </a:p>
      </dsp:txBody>
      <dsp:txXfrm>
        <a:off x="877842" y="3801966"/>
        <a:ext cx="5486381" cy="760036"/>
      </dsp:txXfrm>
    </dsp:sp>
    <dsp:sp modelId="{91FB4774-0E9C-496E-BF18-8B8CEAC3032A}">
      <dsp:nvSpPr>
        <dsp:cNvPr id="0" name=""/>
        <dsp:cNvSpPr/>
      </dsp:nvSpPr>
      <dsp:spPr>
        <a:xfrm>
          <a:off x="0" y="4752011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F0653F-DADB-4AFD-A240-7AC8169D94FE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CCEF79-86BA-48E8-8BE7-B046C5976D39}">
      <dsp:nvSpPr>
        <dsp:cNvPr id="0" name=""/>
        <dsp:cNvSpPr/>
      </dsp:nvSpPr>
      <dsp:spPr>
        <a:xfrm>
          <a:off x="877842" y="4752011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Music &amp; Voice:</a:t>
          </a:r>
          <a:r>
            <a:rPr lang="en-US" sz="1900" kern="1200"/>
            <a:t> AI-generated music, voice cloning (ElevenLabs, Murf AI)</a:t>
          </a:r>
        </a:p>
      </dsp:txBody>
      <dsp:txXfrm>
        <a:off x="877842" y="4752011"/>
        <a:ext cx="5486381" cy="7600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22D53C-4643-4B35-9BDC-1F65F8898888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BB320-D589-434C-A88F-F535D163C76F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3791F8-5DC3-4B7B-8C13-7F0E88B09E83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Generator produces fake data</a:t>
          </a:r>
          <a:endParaRPr lang="en-US" sz="2200" kern="1200"/>
        </a:p>
      </dsp:txBody>
      <dsp:txXfrm>
        <a:off x="1057183" y="1805"/>
        <a:ext cx="9458416" cy="915310"/>
      </dsp:txXfrm>
    </dsp:sp>
    <dsp:sp modelId="{542A2982-0352-4AC0-98C8-6A04926737BE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48991F-9E56-437F-8B2A-72C862181FD0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9FCBB-486D-4D30-920D-D883FE0574C4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Discriminator evaluates data (real or fake)</a:t>
          </a:r>
          <a:endParaRPr lang="en-US" sz="2200" kern="1200"/>
        </a:p>
      </dsp:txBody>
      <dsp:txXfrm>
        <a:off x="1057183" y="1145944"/>
        <a:ext cx="9458416" cy="915310"/>
      </dsp:txXfrm>
    </dsp:sp>
    <dsp:sp modelId="{510498F2-0655-4A25-8BBB-D023B64AAA67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FCA744-DD4C-4020-8817-EDD047C300E5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E3DCD-E379-4ADD-97D8-64CE770DC9CD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Feedback is sent to Generator to improve its output</a:t>
          </a:r>
          <a:endParaRPr lang="en-US" sz="2200" kern="1200"/>
        </a:p>
      </dsp:txBody>
      <dsp:txXfrm>
        <a:off x="1057183" y="2290082"/>
        <a:ext cx="9458416" cy="915310"/>
      </dsp:txXfrm>
    </dsp:sp>
    <dsp:sp modelId="{4BB2A3C9-9DE1-40A3-B8D5-C6B8254C5BB0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B028D-57CF-4378-BD94-AE32FB23438A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84259-E252-4DBB-8BBC-5A440AF29ECF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Over multiple iterations, Generator improves and creates more realistic data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A7157-1DFA-824D-ACCF-C3073930582E}">
      <dsp:nvSpPr>
        <dsp:cNvPr id="0" name=""/>
        <dsp:cNvSpPr/>
      </dsp:nvSpPr>
      <dsp:spPr>
        <a:xfrm>
          <a:off x="0" y="0"/>
          <a:ext cx="46597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8C85221-9969-864D-9FDD-81E064233B0B}">
      <dsp:nvSpPr>
        <dsp:cNvPr id="0" name=""/>
        <dsp:cNvSpPr/>
      </dsp:nvSpPr>
      <dsp:spPr>
        <a:xfrm>
          <a:off x="0" y="0"/>
          <a:ext cx="4659756" cy="843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TensorFlow &amp; PyTorch</a:t>
          </a:r>
          <a:r>
            <a:rPr lang="en-US" sz="2300" kern="1200"/>
            <a:t> – Building and training GANs</a:t>
          </a:r>
        </a:p>
      </dsp:txBody>
      <dsp:txXfrm>
        <a:off x="0" y="0"/>
        <a:ext cx="4659756" cy="843534"/>
      </dsp:txXfrm>
    </dsp:sp>
    <dsp:sp modelId="{1F464448-1CC7-524B-9E01-3BED584000E2}">
      <dsp:nvSpPr>
        <dsp:cNvPr id="0" name=""/>
        <dsp:cNvSpPr/>
      </dsp:nvSpPr>
      <dsp:spPr>
        <a:xfrm>
          <a:off x="0" y="843534"/>
          <a:ext cx="46597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AAAB4D-6DC1-1048-83A3-A8D9300D9078}">
      <dsp:nvSpPr>
        <dsp:cNvPr id="0" name=""/>
        <dsp:cNvSpPr/>
      </dsp:nvSpPr>
      <dsp:spPr>
        <a:xfrm>
          <a:off x="0" y="843534"/>
          <a:ext cx="4659756" cy="843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FastGAN &amp; StyleGAN</a:t>
          </a:r>
          <a:r>
            <a:rPr lang="en-US" sz="2300" kern="1200"/>
            <a:t> – Pre-trained models for image generation</a:t>
          </a:r>
        </a:p>
      </dsp:txBody>
      <dsp:txXfrm>
        <a:off x="0" y="843534"/>
        <a:ext cx="4659756" cy="843534"/>
      </dsp:txXfrm>
    </dsp:sp>
    <dsp:sp modelId="{42265904-FFFC-F74D-9ACF-C688DE7AD753}">
      <dsp:nvSpPr>
        <dsp:cNvPr id="0" name=""/>
        <dsp:cNvSpPr/>
      </dsp:nvSpPr>
      <dsp:spPr>
        <a:xfrm>
          <a:off x="0" y="1687068"/>
          <a:ext cx="46597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5B7DCBB-B738-8942-846D-861523BF4739}">
      <dsp:nvSpPr>
        <dsp:cNvPr id="0" name=""/>
        <dsp:cNvSpPr/>
      </dsp:nvSpPr>
      <dsp:spPr>
        <a:xfrm>
          <a:off x="0" y="1687068"/>
          <a:ext cx="4659756" cy="843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Google Colab &amp; Jupyter Notebook</a:t>
          </a:r>
          <a:r>
            <a:rPr lang="en-US" sz="2300" kern="1200"/>
            <a:t> – Running GAN models efficiently</a:t>
          </a:r>
        </a:p>
      </dsp:txBody>
      <dsp:txXfrm>
        <a:off x="0" y="1687068"/>
        <a:ext cx="4659756" cy="843534"/>
      </dsp:txXfrm>
    </dsp:sp>
    <dsp:sp modelId="{978DE85A-1DBC-2B47-90E8-FA4B4185261D}">
      <dsp:nvSpPr>
        <dsp:cNvPr id="0" name=""/>
        <dsp:cNvSpPr/>
      </dsp:nvSpPr>
      <dsp:spPr>
        <a:xfrm>
          <a:off x="0" y="2530602"/>
          <a:ext cx="46597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D9C1DBA-45BE-AD42-BFD9-959A457B8EB4}">
      <dsp:nvSpPr>
        <dsp:cNvPr id="0" name=""/>
        <dsp:cNvSpPr/>
      </dsp:nvSpPr>
      <dsp:spPr>
        <a:xfrm>
          <a:off x="0" y="2530602"/>
          <a:ext cx="4659756" cy="843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OpenAI’s DALL·E</a:t>
          </a:r>
          <a:r>
            <a:rPr lang="en-US" sz="2300" kern="1200"/>
            <a:t> – AI-powered image synthesis</a:t>
          </a:r>
        </a:p>
      </dsp:txBody>
      <dsp:txXfrm>
        <a:off x="0" y="2530602"/>
        <a:ext cx="4659756" cy="843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E16C-814F-0AB1-F3AB-A6684FA2D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C7EEF2-D056-29C0-4120-6FCC3E138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6354-537D-31FE-4E77-10D4AEAB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DAF3-F438-7340-A4FC-D376D7A67F78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2B71-9396-6684-23F8-5B9AA419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6DD00-CEE8-FD86-5300-92245249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AFC65-AEB3-794D-87E9-E1D2C4E7A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7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F65FC-EA39-D60D-4548-4D93EC64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F9659-CF8D-6AE7-0CC6-03544421B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8924B-FEA7-0BB1-838C-73135837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DAF3-F438-7340-A4FC-D376D7A67F78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513BA-81E6-7527-8B9B-A5C5C140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185B4-5B61-49EA-EBDC-C7B21C59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AFC65-AEB3-794D-87E9-E1D2C4E7A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6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2865-5362-1AC9-29B8-17614B21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9F8A5-AD91-36DF-B7CE-3037C9802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03BBC-DFDD-CE41-6595-221346EC9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DAF3-F438-7340-A4FC-D376D7A67F78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5A80D-062F-9D3F-4DEC-E121D5AD0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19AC5-7070-1C35-C6C8-09A25C5D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AFC65-AEB3-794D-87E9-E1D2C4E7A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60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2A7DB-BFF9-3476-8954-C52943F7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9C457-127B-F17F-9948-E63777D167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C0915-6025-C7B7-6E45-6E4DE23F4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9EF70-12D9-4BBC-1479-3696F49E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DAF3-F438-7340-A4FC-D376D7A67F78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416BB-3F49-8BAA-F392-F0B17AD8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9DC95-0C27-779C-4357-64FEB187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AFC65-AEB3-794D-87E9-E1D2C4E7A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BA40-E140-2662-02FE-678A3319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A4000-34AD-44D8-1362-21E2F50BF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A473E-C17C-DB7A-C51C-C1301A44E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BA035D-D4CD-7D40-285B-007C39ED2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5DCB0B-3F04-BA30-5BCE-CCA552628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0B25FC-75F3-BB76-855E-5B6D0B0D4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DAF3-F438-7340-A4FC-D376D7A67F78}" type="datetimeFigureOut">
              <a:rPr lang="en-US" smtClean="0"/>
              <a:t>4/9/25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53237-803E-7A6F-8AC7-493E4D123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A0F277-6D73-A1C7-9836-7FABF811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AFC65-AEB3-794D-87E9-E1D2C4E7A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41EA-6D3E-CE81-8533-E1D4D9CA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66645-3CA0-1926-9E80-61BB13A8A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DAF3-F438-7340-A4FC-D376D7A67F78}" type="datetimeFigureOut">
              <a:rPr lang="en-US" smtClean="0"/>
              <a:t>4/9/25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45733-A092-0750-FC94-D75982D19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52FC2-3311-BD0D-2F39-611F3AC9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AFC65-AEB3-794D-87E9-E1D2C4E7A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9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96AD76-D176-FFA6-49F0-C32A34471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DAF3-F438-7340-A4FC-D376D7A67F78}" type="datetimeFigureOut">
              <a:rPr lang="en-US" smtClean="0"/>
              <a:t>4/9/25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3E3887-252C-16D2-BF7B-992EFD591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E9656-86EC-8D7F-76A4-F58A4CBF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AFC65-AEB3-794D-87E9-E1D2C4E7A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14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600C-AF2C-FE7E-CD2D-3CCD48878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2F4FD-37AA-8E4D-8264-56F920CCE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5BA5C-781F-BFF1-CF85-933A25ABC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4FCAB-A8C2-F2E9-02E8-DFE329444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DAF3-F438-7340-A4FC-D376D7A67F78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09C24-80B0-35BF-6880-BCE0D09E5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26557-7A7A-7AEC-2D14-0D10D1D1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AFC65-AEB3-794D-87E9-E1D2C4E7A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9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3C09-3640-9DBD-886E-B80D17583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8DBA16-C7FE-13E2-B0EA-3FED1C1120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D6EDD-03EB-6239-23AF-C5CCAC530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99C2E-428B-9C74-AEE8-B503A6A0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DAF3-F438-7340-A4FC-D376D7A67F78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75674-6EA3-5C14-46D4-D2C9A1A1C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62B32-6656-7B2D-9117-F6E8EBB6A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AFC65-AEB3-794D-87E9-E1D2C4E7A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13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6A277-6C75-17B0-27C5-98897B4A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4BADB-5E5D-F557-0368-62EA90F35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06F00-27A8-57F9-24AF-57310DED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DAF3-F438-7340-A4FC-D376D7A67F78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AAA7D-B69A-6D6E-09BE-ED6B3F0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95444-8674-6515-FC08-B6501700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AFC65-AEB3-794D-87E9-E1D2C4E7A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41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631A6-2BA3-A0E3-C91A-CC3E9C13D2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267A9-7C11-1C19-4AAF-4212802D5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EB543-0460-C3DD-EB6D-91A5EB7E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DAF3-F438-7340-A4FC-D376D7A67F78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3F35E-12BD-F6A1-BC3C-20D11647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BB46-3D29-DBB3-402D-2502E701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AFC65-AEB3-794D-87E9-E1D2C4E7A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2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1BE3E7-9D39-2E9B-E519-2253E12B8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AAE0C-6B2C-789E-6F57-EB6102F37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1E7D-889C-62B2-F91E-6159CE8B2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5DAF3-F438-7340-A4FC-D376D7A67F78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A60BF-EE60-5FB9-C6D6-7C294F157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1E953-2202-D442-FC71-39D3737EF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AFC65-AEB3-794D-87E9-E1D2C4E7A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90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6A1B86-DC99-46B9-B5AA-A7E928EA9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304FFE-74E9-4316-B822-F35A685E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7F8E2-A24A-0888-2647-0F41E96CD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2550" y="1562669"/>
            <a:ext cx="5636113" cy="2456597"/>
          </a:xfrm>
        </p:spPr>
        <p:txBody>
          <a:bodyPr anchor="b">
            <a:normAutofit/>
          </a:bodyPr>
          <a:lstStyle/>
          <a:p>
            <a:r>
              <a:rPr lang="en-US" sz="4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Generative AI &amp; Agentic AI</a:t>
            </a:r>
            <a:br>
              <a:rPr lang="en-US" sz="4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endParaRPr lang="en-US" sz="4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B157B-9AD3-59F0-A40D-245567489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9309" y="4298722"/>
            <a:ext cx="4678086" cy="1148885"/>
          </a:xfrm>
        </p:spPr>
        <p:txBody>
          <a:bodyPr anchor="t">
            <a:normAutofit/>
          </a:bodyPr>
          <a:lstStyle/>
          <a:p>
            <a:r>
              <a:rPr lang="en-US" sz="18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Practical Guide to GANs, LLMs, Agentic AI &amp; LangChain</a:t>
            </a:r>
          </a:p>
          <a:p>
            <a:endParaRPr 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bstract picture of the brain made up of patterns">
            <a:extLst>
              <a:ext uri="{FF2B5EF4-FFF2-40B4-BE49-F238E27FC236}">
                <a16:creationId xmlns:a16="http://schemas.microsoft.com/office/drawing/2014/main" id="{F5DD2AB6-AE24-E83C-3019-832F63EEFB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53" r="28587" b="1"/>
          <a:stretch/>
        </p:blipFill>
        <p:spPr>
          <a:xfrm>
            <a:off x="-7266" y="10"/>
            <a:ext cx="3569616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4804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abstract cyber space concept">
            <a:extLst>
              <a:ext uri="{FF2B5EF4-FFF2-40B4-BE49-F238E27FC236}">
                <a16:creationId xmlns:a16="http://schemas.microsoft.com/office/drawing/2014/main" id="{B9C57B4D-1E40-0182-E293-29EE544C1E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625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72346-E68A-E428-6E42-D2091CFEE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b="1"/>
              <a:t>Definition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A28E3-8A90-78D3-74D7-11792592D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1700"/>
              <a:t>Generative AI refers to </a:t>
            </a:r>
            <a:r>
              <a:rPr lang="en-US" sz="1700" b="1"/>
              <a:t>artificial intelligence models</a:t>
            </a:r>
            <a:r>
              <a:rPr lang="en-US" sz="1700"/>
              <a:t> that can generate </a:t>
            </a:r>
            <a:r>
              <a:rPr lang="en-US" sz="1700" b="1"/>
              <a:t>new data</a:t>
            </a:r>
            <a:r>
              <a:rPr lang="en-US" sz="1700"/>
              <a:t> similar to the input they are trained on. Unlike traditional AI models that rely on explicit rules for tasks (e.g., classification, regression), generative AI can </a:t>
            </a:r>
            <a:r>
              <a:rPr lang="en-US" sz="1700" b="1"/>
              <a:t>create</a:t>
            </a:r>
            <a:r>
              <a:rPr lang="en-US" sz="1700"/>
              <a:t> realistic outputs such as images, text, music, and videos.</a:t>
            </a:r>
          </a:p>
          <a:p>
            <a:br>
              <a:rPr lang="en-US" sz="1700"/>
            </a:br>
            <a:endParaRPr lang="en-US" sz="1700"/>
          </a:p>
          <a:p>
            <a:r>
              <a:rPr lang="en-US" sz="1700" b="1"/>
              <a:t>Key Concept:</a:t>
            </a:r>
            <a:r>
              <a:rPr lang="en-US" sz="1700"/>
              <a:t> Generative models learn patterns and structures from existing data and use that knowledge to generate new, synthetic data.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822835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A11BF-AA07-2FF9-E1CB-06A7AD0F8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Evolution of Generative AI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B197DB-2A80-5295-ADC1-EC0B6FC53C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948346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9217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5A9B1-2417-DB04-87A9-714F50DE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/>
              <a:t>Applications of Generative AI</a:t>
            </a: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C3E092-492F-1616-AC39-51C38548A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434219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7644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2605B-A38B-CE82-298C-1D7E72849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/>
              <a:t>Tools Used for Generative AI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BBBA5-AF22-912F-6979-12C7166B7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TensorFlow &amp; </a:t>
            </a:r>
            <a:r>
              <a:rPr lang="en-US" sz="1900" b="1" dirty="0" err="1"/>
              <a:t>PyTorch</a:t>
            </a:r>
            <a:r>
              <a:rPr lang="en-US" sz="1900" dirty="0"/>
              <a:t> – Deep learning frameworks for training models</a:t>
            </a:r>
          </a:p>
          <a:p>
            <a:r>
              <a:rPr lang="en-US" sz="1900" b="1" dirty="0"/>
              <a:t>Hugging Face</a:t>
            </a:r>
            <a:r>
              <a:rPr lang="en-US" sz="1900" dirty="0"/>
              <a:t> – Pre-trained generative models for text &amp; vision</a:t>
            </a:r>
          </a:p>
          <a:p>
            <a:r>
              <a:rPr lang="en-US" sz="1900" b="1" dirty="0"/>
              <a:t>OpenAI API</a:t>
            </a:r>
            <a:r>
              <a:rPr lang="en-US" sz="1900" dirty="0"/>
              <a:t> – Access to GPT models for text generation</a:t>
            </a:r>
          </a:p>
          <a:p>
            <a:r>
              <a:rPr lang="en-US" sz="1900" b="1" dirty="0"/>
              <a:t>DALL·E &amp; Stable Diffusion</a:t>
            </a:r>
            <a:r>
              <a:rPr lang="en-US" sz="1900" dirty="0"/>
              <a:t> – Image generation models</a:t>
            </a:r>
          </a:p>
          <a:p>
            <a:r>
              <a:rPr lang="en-US" sz="1900" b="1" dirty="0" err="1"/>
              <a:t>LangChain</a:t>
            </a:r>
            <a:r>
              <a:rPr lang="en-US" sz="1900" dirty="0"/>
              <a:t> – Framework for AI-powered applications</a:t>
            </a:r>
          </a:p>
          <a:p>
            <a:endParaRPr lang="en-US" sz="1900" dirty="0"/>
          </a:p>
        </p:txBody>
      </p:sp>
      <p:pic>
        <p:nvPicPr>
          <p:cNvPr id="5" name="Picture 4" descr="3D art of a person">
            <a:extLst>
              <a:ext uri="{FF2B5EF4-FFF2-40B4-BE49-F238E27FC236}">
                <a16:creationId xmlns:a16="http://schemas.microsoft.com/office/drawing/2014/main" id="{E5AE39F0-68EA-257D-0E54-C692C88A93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01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7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7FB52B-C3F0-439B-3712-67EACF982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GAN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222BC-188E-22F6-CAE6-2B7912620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2"/>
                </a:solidFill>
              </a:rPr>
              <a:t>Generative Adversarial Network (GAN)</a:t>
            </a:r>
            <a:endParaRPr lang="en-US">
              <a:solidFill>
                <a:schemeClr val="tx2"/>
              </a:solidFill>
            </a:endParaRPr>
          </a:p>
          <a:p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221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6B3DF-420F-9705-5232-8CD899539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GAN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1B482-777E-7887-D39B-1904E2A5C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A </a:t>
            </a:r>
            <a:r>
              <a:rPr lang="en-US" sz="2200" b="1" dirty="0"/>
              <a:t>Generative Adversarial Network (GAN)</a:t>
            </a:r>
            <a:r>
              <a:rPr lang="en-US" sz="2200" dirty="0"/>
              <a:t> is a </a:t>
            </a:r>
            <a:r>
              <a:rPr lang="en-US" sz="2200" b="1" dirty="0"/>
              <a:t>deep learning model</a:t>
            </a:r>
            <a:r>
              <a:rPr lang="en-US" sz="2200" dirty="0"/>
              <a:t> used to generate synthetic data that mimics real data. It was introduced by </a:t>
            </a:r>
            <a:r>
              <a:rPr lang="en-US" sz="2200" b="1" dirty="0"/>
              <a:t>Ian Goodfellow in 2014</a:t>
            </a:r>
            <a:r>
              <a:rPr lang="en-US" sz="2200" dirty="0"/>
              <a:t>. GANs consist of </a:t>
            </a:r>
            <a:r>
              <a:rPr lang="en-US" sz="2200" b="1" dirty="0"/>
              <a:t>two neural networks</a:t>
            </a:r>
            <a:r>
              <a:rPr lang="en-US" sz="2200" dirty="0"/>
              <a:t> that work against each other in a competitive setting (hence the name “adversarial”).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8476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DDEEB-E46E-50F0-D1E1-29BDB695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How Do GANs Work? (Generator vs. Discriminator)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C0C1-96A3-DCA0-B98D-5AAE4726A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GANs consist of two core components: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Generator (G)</a:t>
            </a:r>
            <a:endParaRPr lang="en-US" dirty="0"/>
          </a:p>
          <a:p>
            <a:pPr>
              <a:buNone/>
            </a:pPr>
            <a:r>
              <a:rPr lang="en-US" dirty="0"/>
              <a:t>• Takes random noise as input and </a:t>
            </a:r>
            <a:r>
              <a:rPr lang="en-US" b="1" dirty="0"/>
              <a:t>generates synthetic data</a:t>
            </a:r>
            <a:r>
              <a:rPr lang="en-US" dirty="0"/>
              <a:t> (e.g., fake images, text, audio).</a:t>
            </a:r>
          </a:p>
          <a:p>
            <a:pPr>
              <a:buNone/>
            </a:pPr>
            <a:r>
              <a:rPr lang="en-US" dirty="0"/>
              <a:t>• Goal: Fool the Discriminator into believing the generated data is real.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Discriminator (D)</a:t>
            </a:r>
            <a:endParaRPr lang="en-US" dirty="0"/>
          </a:p>
          <a:p>
            <a:pPr>
              <a:buNone/>
            </a:pPr>
            <a:r>
              <a:rPr lang="en-US" dirty="0"/>
              <a:t>• Takes real and fake data as input and </a:t>
            </a:r>
            <a:r>
              <a:rPr lang="en-US" b="1" dirty="0"/>
              <a:t>classifies</a:t>
            </a:r>
            <a:r>
              <a:rPr lang="en-US" dirty="0"/>
              <a:t> whether the input is real or generated.</a:t>
            </a:r>
          </a:p>
          <a:p>
            <a:r>
              <a:rPr lang="en-US" dirty="0"/>
              <a:t>• Goal: Correctly distinguish real from fake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74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5051-583A-39BB-339E-0EE9F5A0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Process: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1B906C-0117-0D1E-C307-A9F2D45D60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112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1849F-1C83-DC7B-24EA-B7AC7F229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/>
              <a:t>Applications of GANs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BAD66-D9D1-49F8-A142-B30C86C00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700" b="1" dirty="0"/>
              <a:t>Image Generation:</a:t>
            </a:r>
            <a:r>
              <a:rPr lang="en-US" sz="1700" dirty="0"/>
              <a:t> AI-generated faces (</a:t>
            </a:r>
            <a:r>
              <a:rPr lang="en-US" sz="1700"/>
              <a:t>ThisPersonDoesNotExist.com</a:t>
            </a:r>
            <a:r>
              <a:rPr lang="en-US" sz="17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b="1" dirty="0"/>
              <a:t>Super-Resolution:</a:t>
            </a:r>
            <a:r>
              <a:rPr lang="en-US" sz="1700" dirty="0"/>
              <a:t> Enhancing image quality (ESRGAN)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b="1" dirty="0"/>
              <a:t>Style Transfer:</a:t>
            </a:r>
            <a:r>
              <a:rPr lang="en-US" sz="1700" dirty="0"/>
              <a:t> Converting images into artistic styles (</a:t>
            </a:r>
            <a:r>
              <a:rPr lang="en-US" sz="1700"/>
              <a:t>DeepArt</a:t>
            </a:r>
            <a:r>
              <a:rPr lang="en-US" sz="17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b="1" dirty="0"/>
              <a:t>Data Augmentation:</a:t>
            </a:r>
            <a:r>
              <a:rPr lang="en-US" sz="1700" dirty="0"/>
              <a:t> Creating synthetic training data for machine learning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b="1" dirty="0"/>
              <a:t>Deepfake Technology:</a:t>
            </a:r>
            <a:r>
              <a:rPr lang="en-US" sz="1700" dirty="0"/>
              <a:t> AI-generated videos and voice cloning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b="1" dirty="0"/>
              <a:t>Healthcare:</a:t>
            </a:r>
            <a:r>
              <a:rPr lang="en-US" sz="1700" dirty="0"/>
              <a:t> Generating medical images for research</a:t>
            </a:r>
          </a:p>
          <a:p>
            <a:endParaRPr lang="en-US" sz="1700" dirty="0"/>
          </a:p>
        </p:txBody>
      </p:sp>
      <p:pic>
        <p:nvPicPr>
          <p:cNvPr id="5" name="Picture 4" descr="A dna structure with hexagons and circles&#10;&#10;AI-generated content may be incorrect.">
            <a:extLst>
              <a:ext uri="{FF2B5EF4-FFF2-40B4-BE49-F238E27FC236}">
                <a16:creationId xmlns:a16="http://schemas.microsoft.com/office/drawing/2014/main" id="{D8719F9E-4CCA-F0AF-1019-15A3EEC9F9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60" r="-1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4924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A81448-5DBB-ACF4-4BBD-CE7ED9B66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63941"/>
            <a:ext cx="9963509" cy="1616529"/>
          </a:xfrm>
        </p:spPr>
        <p:txBody>
          <a:bodyPr>
            <a:normAutofit/>
          </a:bodyPr>
          <a:lstStyle/>
          <a:p>
            <a:r>
              <a:rPr lang="en-US" sz="4000" b="1"/>
              <a:t>Types of GANs</a:t>
            </a:r>
            <a:endParaRPr lang="en-US" sz="40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F95757-4395-7DB3-FCD8-A43AE892ED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881332"/>
              </p:ext>
            </p:extLst>
          </p:nvPr>
        </p:nvGraphicFramePr>
        <p:xfrm>
          <a:off x="905668" y="3194528"/>
          <a:ext cx="10383432" cy="2774935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3461144">
                  <a:extLst>
                    <a:ext uri="{9D8B030D-6E8A-4147-A177-3AD203B41FA5}">
                      <a16:colId xmlns:a16="http://schemas.microsoft.com/office/drawing/2014/main" val="3101513300"/>
                    </a:ext>
                  </a:extLst>
                </a:gridCol>
                <a:gridCol w="3461144">
                  <a:extLst>
                    <a:ext uri="{9D8B030D-6E8A-4147-A177-3AD203B41FA5}">
                      <a16:colId xmlns:a16="http://schemas.microsoft.com/office/drawing/2014/main" val="1911394572"/>
                    </a:ext>
                  </a:extLst>
                </a:gridCol>
                <a:gridCol w="3461144">
                  <a:extLst>
                    <a:ext uri="{9D8B030D-6E8A-4147-A177-3AD203B41FA5}">
                      <a16:colId xmlns:a16="http://schemas.microsoft.com/office/drawing/2014/main" val="2577791510"/>
                    </a:ext>
                  </a:extLst>
                </a:gridCol>
              </a:tblGrid>
              <a:tr h="427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378" marR="90291" marT="90291" marB="902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378" marR="90291" marT="90291" marB="902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Example Use Case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378" marR="90291" marT="90291" marB="902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764770"/>
                  </a:ext>
                </a:extLst>
              </a:tr>
              <a:tr h="427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DCGAN (Deep Convolutional GAN)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378" marR="90291" marT="90291" marB="902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Generates realistic images</a:t>
                      </a:r>
                    </a:p>
                  </a:txBody>
                  <a:tcPr marL="117378" marR="90291" marT="90291" marB="902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AI-generated portraits</a:t>
                      </a:r>
                    </a:p>
                  </a:txBody>
                  <a:tcPr marL="117378" marR="90291" marT="90291" marB="902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282344"/>
                  </a:ext>
                </a:extLst>
              </a:tr>
              <a:tr h="427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CycleGAN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378" marR="90291" marT="90291" marB="902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Style transfer between domains</a:t>
                      </a:r>
                    </a:p>
                  </a:txBody>
                  <a:tcPr marL="117378" marR="90291" marT="90291" marB="902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Turning horse images into zebras</a:t>
                      </a:r>
                    </a:p>
                  </a:txBody>
                  <a:tcPr marL="117378" marR="90291" marT="90291" marB="902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462137"/>
                  </a:ext>
                </a:extLst>
              </a:tr>
              <a:tr h="638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Pix2Pix GAN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378" marR="90291" marT="90291" marB="902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Converts images from one format to another</a:t>
                      </a:r>
                    </a:p>
                  </a:txBody>
                  <a:tcPr marL="117378" marR="90291" marT="90291" marB="902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Sketch-to-photo conversion</a:t>
                      </a:r>
                    </a:p>
                  </a:txBody>
                  <a:tcPr marL="117378" marR="90291" marT="90291" marB="902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125864"/>
                  </a:ext>
                </a:extLst>
              </a:tr>
              <a:tr h="427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StyleGAN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378" marR="90291" marT="90291" marB="902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Generates high-quality images</a:t>
                      </a:r>
                    </a:p>
                  </a:txBody>
                  <a:tcPr marL="117378" marR="90291" marT="90291" marB="902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Deepfake applications</a:t>
                      </a:r>
                    </a:p>
                  </a:txBody>
                  <a:tcPr marL="117378" marR="90291" marT="90291" marB="902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529678"/>
                  </a:ext>
                </a:extLst>
              </a:tr>
              <a:tr h="427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BigGAN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7378" marR="90291" marT="90291" marB="9029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Generates ultra-realistic images</a:t>
                      </a:r>
                    </a:p>
                  </a:txBody>
                  <a:tcPr marL="117378" marR="90291" marT="90291" marB="902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Large-scale AI art</a:t>
                      </a:r>
                    </a:p>
                  </a:txBody>
                  <a:tcPr marL="117378" marR="90291" marT="90291" marB="9029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234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983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ue and green swirly spiral&#10;&#10;AI-generated content may be incorrect.">
            <a:extLst>
              <a:ext uri="{FF2B5EF4-FFF2-40B4-BE49-F238E27FC236}">
                <a16:creationId xmlns:a16="http://schemas.microsoft.com/office/drawing/2014/main" id="{FE7BD573-A51D-DC0D-8732-097513A41E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43" r="26415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EA34E-5285-E49E-6997-6A6AB7AF3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 b="1"/>
              <a:t>Tools Used for GANs</a:t>
            </a: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8CF53C-C16B-D7C4-796D-4D14C27E4B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155783"/>
              </p:ext>
            </p:extLst>
          </p:nvPr>
        </p:nvGraphicFramePr>
        <p:xfrm>
          <a:off x="761801" y="2884929"/>
          <a:ext cx="4659756" cy="3374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99787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82F15-2965-6F96-5789-560C629B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 of GAN Hands-on Implementation</a:t>
            </a:r>
            <a:endParaRPr lang="en-US" sz="2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8C41A2-BDE1-D730-F5AB-874C440B9A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109980"/>
              </p:ext>
            </p:extLst>
          </p:nvPr>
        </p:nvGraphicFramePr>
        <p:xfrm>
          <a:off x="4257230" y="961812"/>
          <a:ext cx="6750939" cy="493099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81435">
                  <a:extLst>
                    <a:ext uri="{9D8B030D-6E8A-4147-A177-3AD203B41FA5}">
                      <a16:colId xmlns:a16="http://schemas.microsoft.com/office/drawing/2014/main" val="149399760"/>
                    </a:ext>
                  </a:extLst>
                </a:gridCol>
                <a:gridCol w="2209681">
                  <a:extLst>
                    <a:ext uri="{9D8B030D-6E8A-4147-A177-3AD203B41FA5}">
                      <a16:colId xmlns:a16="http://schemas.microsoft.com/office/drawing/2014/main" val="3331315838"/>
                    </a:ext>
                  </a:extLst>
                </a:gridCol>
                <a:gridCol w="3659823">
                  <a:extLst>
                    <a:ext uri="{9D8B030D-6E8A-4147-A177-3AD203B41FA5}">
                      <a16:colId xmlns:a16="http://schemas.microsoft.com/office/drawing/2014/main" val="3503501811"/>
                    </a:ext>
                  </a:extLst>
                </a:gridCol>
              </a:tblGrid>
              <a:tr h="500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 cap="none" spc="0">
                          <a:solidFill>
                            <a:schemeClr val="tx1"/>
                          </a:solidFill>
                        </a:rPr>
                        <a:t>Step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 cap="none" spc="0">
                          <a:solidFill>
                            <a:schemeClr val="tx1"/>
                          </a:solidFill>
                        </a:rPr>
                        <a:t>Task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905314"/>
                  </a:ext>
                </a:extLst>
              </a:tr>
              <a:tr h="500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055" marR="121055" marT="84739" marB="84739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Import Libraries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Load necessary dependencies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803778"/>
                  </a:ext>
                </a:extLst>
              </a:tr>
              <a:tr h="460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Load Dataset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Load MNIST dataset for training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425241"/>
                  </a:ext>
                </a:extLst>
              </a:tr>
              <a:tr h="782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055" marR="121055" marT="84739" marB="84739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Define Generator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Create a model to generate fake images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467766"/>
                  </a:ext>
                </a:extLst>
              </a:tr>
              <a:tr h="70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Define Discriminator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Create a model to classify real vs. fake images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584508"/>
                  </a:ext>
                </a:extLst>
              </a:tr>
              <a:tr h="782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055" marR="121055" marT="84739" marB="84739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Set Up Training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Use loss function and optimizer for learning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18540"/>
                  </a:ext>
                </a:extLst>
              </a:tr>
              <a:tr h="70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Train the GAN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Train both Generator and Discriminator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168458"/>
                  </a:ext>
                </a:extLst>
              </a:tr>
              <a:tr h="500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1055" marR="121055" marT="84739" marB="84739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Generate Images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Test Generator after training</a:t>
                      </a:r>
                    </a:p>
                  </a:txBody>
                  <a:tcPr marL="121055" marR="121055" marT="84739" marB="84739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042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688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AB315-9899-4BA9-CBF8-543EEC896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/>
              <a:t>Improving GAN Performance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8E215-8869-1DB2-EFBD-888EEF40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b="1"/>
              <a:t>Train on more complex datasets</a:t>
            </a:r>
            <a:r>
              <a:rPr lang="en-US" sz="2000"/>
              <a:t> like CIFAR-10 or CelebA (face images).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/>
              <a:t>Use Advanced GAN Variants</a:t>
            </a:r>
            <a:r>
              <a:rPr lang="en-US" sz="2000"/>
              <a:t> like DCGAN, StyleGAN, or CycleGAN.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/>
              <a:t>Tune Hyperparameters</a:t>
            </a:r>
            <a:r>
              <a:rPr lang="en-US" sz="2000"/>
              <a:t> (learning rate, optimizer settings, noise size).</a:t>
            </a:r>
          </a:p>
          <a:p>
            <a:pPr marL="514350" indent="-514350">
              <a:buFont typeface="+mj-lt"/>
              <a:buAutoNum type="arabicPeriod"/>
            </a:pPr>
            <a:endParaRPr lang="en-US" sz="2000"/>
          </a:p>
        </p:txBody>
      </p:sp>
      <p:pic>
        <p:nvPicPr>
          <p:cNvPr id="5" name="Picture 4" descr="Illuminated light trails in a tunnel">
            <a:extLst>
              <a:ext uri="{FF2B5EF4-FFF2-40B4-BE49-F238E27FC236}">
                <a16:creationId xmlns:a16="http://schemas.microsoft.com/office/drawing/2014/main" id="{C6338278-69B4-9880-A6BE-F37C877961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26" r="17497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86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F54B-5985-53C6-7493-9272A4744D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Large language models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9EBA828-4E26-F2F2-5386-115F3E1B1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HuggingFace</a:t>
            </a:r>
            <a:r>
              <a:rPr lang="en-US" dirty="0"/>
              <a:t> Transformers, PEFT, </a:t>
            </a:r>
            <a:r>
              <a:rPr lang="en-US" dirty="0" err="1"/>
              <a:t>QLoRA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444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14F5-C4CB-278A-B44A-D17D4F1FF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2FE8C-F985-3E5D-1DBB-8F3FF1CE7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99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2B586-FAE8-40D1-FB43-8B89E03E9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F71E-81CC-FE59-EE10-2A8F880B9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74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67B7-146E-752A-B905-D5A3E4E92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F890D-FBC4-43F9-5CAE-C7E6F3696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26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795</Words>
  <Application>Microsoft Macintosh PowerPoint</Application>
  <PresentationFormat>Widescreen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Generative AI &amp; Agentic AI </vt:lpstr>
      <vt:lpstr>Definition</vt:lpstr>
      <vt:lpstr>Evolution of Generative AI</vt:lpstr>
      <vt:lpstr>Applications of Generative AI</vt:lpstr>
      <vt:lpstr>Tools Used for Generative AI</vt:lpstr>
      <vt:lpstr>GAN</vt:lpstr>
      <vt:lpstr>GAN</vt:lpstr>
      <vt:lpstr>How Do GANs Work? (Generator vs. Discriminator)</vt:lpstr>
      <vt:lpstr>Training Process:</vt:lpstr>
      <vt:lpstr>Applications of GANs</vt:lpstr>
      <vt:lpstr>Types of GANs</vt:lpstr>
      <vt:lpstr>Tools Used for GANs</vt:lpstr>
      <vt:lpstr>Summary of GAN Hands-on Implementation</vt:lpstr>
      <vt:lpstr>Improving GAN Performance</vt:lpstr>
      <vt:lpstr>Large language models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Ram Manohar Nisarg NS</dc:creator>
  <cp:lastModifiedBy>Dr. Ram Manohar Nisarg NS</cp:lastModifiedBy>
  <cp:revision>6</cp:revision>
  <dcterms:created xsi:type="dcterms:W3CDTF">2025-03-03T17:55:21Z</dcterms:created>
  <dcterms:modified xsi:type="dcterms:W3CDTF">2025-04-09T02:21:32Z</dcterms:modified>
</cp:coreProperties>
</file>